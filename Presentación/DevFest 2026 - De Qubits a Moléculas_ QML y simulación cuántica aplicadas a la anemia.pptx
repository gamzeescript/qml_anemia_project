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5143500" type="screen16x9"/>
  <p:notesSz cx="6858000" cy="9144000"/>
  <p:embeddedFontLst>
    <p:embeddedFont>
      <p:font typeface="Anaheim" panose="020B0604020202020204" charset="0"/>
      <p:regular r:id="rId21"/>
      <p:bold r:id="rId22"/>
    </p:embeddedFont>
    <p:embeddedFont>
      <p:font typeface="Assistant" pitchFamily="2" charset="-79"/>
      <p:regular r:id="rId23"/>
      <p:bold r:id="rId24"/>
    </p:embeddedFont>
    <p:embeddedFont>
      <p:font typeface="Assistant Medium" panose="020B0604020202020204" charset="-79"/>
      <p:regular r:id="rId25"/>
      <p:bold r:id="rId26"/>
    </p:embeddedFont>
    <p:embeddedFont>
      <p:font typeface="Assistant SemiBold" pitchFamily="2" charset="-79"/>
      <p:regular r:id="rId27"/>
      <p:bold r:id="rId28"/>
    </p:embeddedFont>
    <p:embeddedFont>
      <p:font typeface="Coda" panose="020B0604020202020204" charset="0"/>
      <p:regular r:id="rId29"/>
    </p:embeddedFont>
    <p:embeddedFont>
      <p:font typeface="Nunito Light" pitchFamily="2" charset="0"/>
      <p:regular r:id="rId30"/>
      <p:italic r:id="rId3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778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font" Target="fonts/font10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1ed5d2ff45b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1ed5d2ff45b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h3e6f6590a83e189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h3e6f6590a83e189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1ed5b760b6a_0_1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1ed5b760b6a_0_1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1ed75f95cf8_1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1ed75f95cf8_1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h18a5f240bab59b83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h18a5f240bab59b83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h18a5f240bab59b83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h18a5f240bab59b83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1ed75f95cf8_1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1ed75f95cf8_1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1ed75f95cf8_1_2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" name="Google Shape;266;g1ed75f95cf8_1_2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1ed5b760b6a_0_1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" name="Google Shape;273;g1ed5b760b6a_0_1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i="1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h18a5f240bab59b83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h18a5f240bab59b83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1ed5b760b6a_0_1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" name="Google Shape;300;g1ed5b760b6a_0_1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h18a5f240bab59b83_0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h18a5f240bab59b83_0_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1ed75f95cf8_1_2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" name="Google Shape;322;g1ed75f95cf8_1_2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1ed5b760b6a_0_1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1ed5b760b6a_0_1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1ed5b760b6a_0_1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5" name="Google Shape;335;g1ed5b760b6a_0_1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1ed75f95cf8_1_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3" name="Google Shape;343;g1ed75f95cf8_1_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1ed75f95cf8_1_280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9" name="Google Shape;349;g1ed75f95cf8_1_280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1ed75f95cf8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4" name="Google Shape;354;g1ed75f95cf8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Relationship Id="rId6" Type="http://schemas.openxmlformats.org/officeDocument/2006/relationships/hyperlink" Target="http://bit.ly/2TtBDfr" TargetMode="External"/><Relationship Id="rId5" Type="http://schemas.openxmlformats.org/officeDocument/2006/relationships/hyperlink" Target="http://bit.ly/2TyoMsr" TargetMode="External"/><Relationship Id="rId4" Type="http://schemas.openxmlformats.org/officeDocument/2006/relationships/hyperlink" Target="https://bit.ly/3A1uf1Q" TargetMode="Externa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 rotWithShape="1">
          <a:blip r:embed="rId2">
            <a:alphaModFix/>
          </a:blip>
          <a:srcRect l="5708" t="5713" r="6070" b="5721"/>
          <a:stretch/>
        </p:blipFill>
        <p:spPr>
          <a:xfrm rot="5400000">
            <a:off x="-850850" y="851500"/>
            <a:ext cx="5142200" cy="344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595675" y="1986350"/>
            <a:ext cx="4835100" cy="2182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595675" y="4168550"/>
            <a:ext cx="48351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3;p3"/>
          <p:cNvPicPr preferRelativeResize="0"/>
          <p:nvPr/>
        </p:nvPicPr>
        <p:blipFill rotWithShape="1">
          <a:blip r:embed="rId2">
            <a:alphaModFix/>
          </a:blip>
          <a:srcRect l="41273" t="10860" b="-10860"/>
          <a:stretch/>
        </p:blipFill>
        <p:spPr>
          <a:xfrm rot="5400000">
            <a:off x="3643126" y="-357376"/>
            <a:ext cx="5153172" cy="5848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3264098" y="0"/>
            <a:ext cx="3659254" cy="5143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3226323" y="0"/>
            <a:ext cx="3659254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3"/>
          <p:cNvSpPr txBox="1">
            <a:spLocks noGrp="1"/>
          </p:cNvSpPr>
          <p:nvPr>
            <p:ph type="title"/>
          </p:nvPr>
        </p:nvSpPr>
        <p:spPr>
          <a:xfrm>
            <a:off x="1102425" y="2119738"/>
            <a:ext cx="3928500" cy="144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title" idx="2" hasCustomPrompt="1"/>
          </p:nvPr>
        </p:nvSpPr>
        <p:spPr>
          <a:xfrm>
            <a:off x="2240625" y="1280038"/>
            <a:ext cx="1652100" cy="915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8" name="Google Shape;18;p3"/>
          <p:cNvSpPr txBox="1">
            <a:spLocks noGrp="1"/>
          </p:cNvSpPr>
          <p:nvPr>
            <p:ph type="subTitle" idx="1"/>
          </p:nvPr>
        </p:nvSpPr>
        <p:spPr>
          <a:xfrm>
            <a:off x="1102425" y="3564663"/>
            <a:ext cx="3928500" cy="37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4"/>
          <p:cNvGrpSpPr/>
          <p:nvPr/>
        </p:nvGrpSpPr>
        <p:grpSpPr>
          <a:xfrm>
            <a:off x="5018673" y="0"/>
            <a:ext cx="4125326" cy="5143501"/>
            <a:chOff x="5018673" y="0"/>
            <a:chExt cx="4125326" cy="5143501"/>
          </a:xfrm>
        </p:grpSpPr>
        <p:pic>
          <p:nvPicPr>
            <p:cNvPr id="21" name="Google Shape;21;p4"/>
            <p:cNvPicPr preferRelativeResize="0"/>
            <p:nvPr/>
          </p:nvPicPr>
          <p:blipFill rotWithShape="1">
            <a:blip r:embed="rId2">
              <a:alphaModFix/>
            </a:blip>
            <a:srcRect r="70806"/>
            <a:stretch/>
          </p:blipFill>
          <p:spPr>
            <a:xfrm>
              <a:off x="6891025" y="0"/>
              <a:ext cx="2252974" cy="51435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" name="Google Shape;22;p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flipH="1">
              <a:off x="5018673" y="0"/>
              <a:ext cx="3659254" cy="514349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3" name="Google Shape;23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body" idx="1"/>
          </p:nvPr>
        </p:nvSpPr>
        <p:spPr>
          <a:xfrm>
            <a:off x="720000" y="1167318"/>
            <a:ext cx="7704000" cy="39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 Light"/>
              <a:buChar char="●"/>
              <a:defRPr/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5"/>
          <p:cNvPicPr preferRelativeResize="0"/>
          <p:nvPr/>
        </p:nvPicPr>
        <p:blipFill rotWithShape="1">
          <a:blip r:embed="rId2">
            <a:alphaModFix/>
          </a:blip>
          <a:srcRect t="25362" b="44568"/>
          <a:stretch/>
        </p:blipFill>
        <p:spPr>
          <a:xfrm rot="10800000">
            <a:off x="-2" y="550"/>
            <a:ext cx="9164052" cy="1836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5"/>
          <p:cNvPicPr preferRelativeResize="0"/>
          <p:nvPr/>
        </p:nvPicPr>
        <p:blipFill rotWithShape="1">
          <a:blip r:embed="rId3">
            <a:alphaModFix/>
          </a:blip>
          <a:srcRect l="39766"/>
          <a:stretch/>
        </p:blipFill>
        <p:spPr>
          <a:xfrm rot="-5400000" flipH="1">
            <a:off x="3485125" y="-3472100"/>
            <a:ext cx="2204051" cy="9174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 flipH="1">
            <a:off x="2757525" y="-2218025"/>
            <a:ext cx="3659250" cy="9174301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subTitle" idx="1"/>
          </p:nvPr>
        </p:nvSpPr>
        <p:spPr>
          <a:xfrm>
            <a:off x="5021599" y="1930425"/>
            <a:ext cx="2505600" cy="67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 b="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subTitle" idx="2"/>
          </p:nvPr>
        </p:nvSpPr>
        <p:spPr>
          <a:xfrm>
            <a:off x="1616801" y="3811725"/>
            <a:ext cx="2505600" cy="67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 b="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ubTitle" idx="3"/>
          </p:nvPr>
        </p:nvSpPr>
        <p:spPr>
          <a:xfrm>
            <a:off x="5021588" y="1528025"/>
            <a:ext cx="25056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solidFill>
                  <a:schemeClr val="dk1"/>
                </a:solidFill>
                <a:latin typeface="Coda"/>
                <a:ea typeface="Coda"/>
                <a:cs typeface="Coda"/>
                <a:sym typeface="Coda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subTitle" idx="4"/>
          </p:nvPr>
        </p:nvSpPr>
        <p:spPr>
          <a:xfrm>
            <a:off x="1616801" y="3409325"/>
            <a:ext cx="25056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solidFill>
                  <a:schemeClr val="dk1"/>
                </a:solidFill>
                <a:latin typeface="Coda"/>
                <a:ea typeface="Coda"/>
                <a:cs typeface="Coda"/>
                <a:sym typeface="Coda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Google Shape;35;p6"/>
          <p:cNvGrpSpPr/>
          <p:nvPr/>
        </p:nvGrpSpPr>
        <p:grpSpPr>
          <a:xfrm>
            <a:off x="0" y="-9675"/>
            <a:ext cx="1683876" cy="5153174"/>
            <a:chOff x="0" y="-9675"/>
            <a:chExt cx="1683876" cy="5153174"/>
          </a:xfrm>
        </p:grpSpPr>
        <p:pic>
          <p:nvPicPr>
            <p:cNvPr id="36" name="Google Shape;36;p6"/>
            <p:cNvPicPr preferRelativeResize="0"/>
            <p:nvPr/>
          </p:nvPicPr>
          <p:blipFill rotWithShape="1">
            <a:blip r:embed="rId2">
              <a:alphaModFix/>
            </a:blip>
            <a:srcRect l="27337" t="46145" r="13936" b="29381"/>
            <a:stretch/>
          </p:blipFill>
          <p:spPr>
            <a:xfrm rot="-5400000" flipH="1">
              <a:off x="-1860912" y="1851237"/>
              <a:ext cx="5153172" cy="143134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7" name="Google Shape;37;p6"/>
            <p:cNvPicPr preferRelativeResize="0"/>
            <p:nvPr/>
          </p:nvPicPr>
          <p:blipFill rotWithShape="1">
            <a:blip r:embed="rId3">
              <a:alphaModFix/>
            </a:blip>
            <a:srcRect l="20902" r="36044"/>
            <a:stretch/>
          </p:blipFill>
          <p:spPr>
            <a:xfrm>
              <a:off x="0" y="0"/>
              <a:ext cx="1481850" cy="51434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8" name="Google Shape;38;p6"/>
            <p:cNvPicPr preferRelativeResize="0"/>
            <p:nvPr/>
          </p:nvPicPr>
          <p:blipFill rotWithShape="1">
            <a:blip r:embed="rId3">
              <a:alphaModFix/>
            </a:blip>
            <a:srcRect l="15034" r="36042"/>
            <a:stretch/>
          </p:blipFill>
          <p:spPr>
            <a:xfrm>
              <a:off x="0" y="0"/>
              <a:ext cx="1683876" cy="5143499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9" name="Google Shape;39;p6"/>
          <p:cNvPicPr preferRelativeResize="0"/>
          <p:nvPr/>
        </p:nvPicPr>
        <p:blipFill rotWithShape="1">
          <a:blip r:embed="rId3">
            <a:alphaModFix/>
          </a:blip>
          <a:srcRect l="10396" r="36045"/>
          <a:stretch/>
        </p:blipFill>
        <p:spPr>
          <a:xfrm>
            <a:off x="0" y="0"/>
            <a:ext cx="1843451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7"/>
          <p:cNvGrpSpPr/>
          <p:nvPr/>
        </p:nvGrpSpPr>
        <p:grpSpPr>
          <a:xfrm>
            <a:off x="6650150" y="0"/>
            <a:ext cx="2908624" cy="5143501"/>
            <a:chOff x="6650150" y="0"/>
            <a:chExt cx="2908624" cy="5143501"/>
          </a:xfrm>
        </p:grpSpPr>
        <p:pic>
          <p:nvPicPr>
            <p:cNvPr id="43" name="Google Shape;43;p7"/>
            <p:cNvPicPr preferRelativeResize="0"/>
            <p:nvPr/>
          </p:nvPicPr>
          <p:blipFill rotWithShape="1">
            <a:blip r:embed="rId2">
              <a:alphaModFix/>
            </a:blip>
            <a:srcRect l="29748" r="41058"/>
            <a:stretch/>
          </p:blipFill>
          <p:spPr>
            <a:xfrm>
              <a:off x="6891025" y="0"/>
              <a:ext cx="2252974" cy="51435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4" name="Google Shape;44;p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flipH="1">
              <a:off x="6650150" y="0"/>
              <a:ext cx="2908624" cy="514349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5" name="Google Shape;45;p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10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subTitle" idx="1"/>
          </p:nvPr>
        </p:nvSpPr>
        <p:spPr>
          <a:xfrm>
            <a:off x="2424600" y="1727375"/>
            <a:ext cx="4294800" cy="212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Google Shape;48;p8"/>
          <p:cNvPicPr preferRelativeResize="0"/>
          <p:nvPr/>
        </p:nvPicPr>
        <p:blipFill rotWithShape="1">
          <a:blip r:embed="rId2">
            <a:alphaModFix/>
          </a:blip>
          <a:srcRect l="22817" t="26563" r="22817" b="19071"/>
          <a:stretch/>
        </p:blipFill>
        <p:spPr>
          <a:xfrm rot="-5400000" flipH="1">
            <a:off x="4862787" y="853813"/>
            <a:ext cx="5137951" cy="3424474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8"/>
          <p:cNvSpPr txBox="1">
            <a:spLocks noGrp="1"/>
          </p:cNvSpPr>
          <p:nvPr>
            <p:ph type="title"/>
          </p:nvPr>
        </p:nvSpPr>
        <p:spPr>
          <a:xfrm>
            <a:off x="1092475" y="1307100"/>
            <a:ext cx="41073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Google Shape;51;p9"/>
          <p:cNvPicPr preferRelativeResize="0"/>
          <p:nvPr/>
        </p:nvPicPr>
        <p:blipFill rotWithShape="1">
          <a:blip r:embed="rId2">
            <a:alphaModFix/>
          </a:blip>
          <a:srcRect t="31743" b="5882"/>
          <a:stretch/>
        </p:blipFill>
        <p:spPr>
          <a:xfrm rot="10800000">
            <a:off x="-2" y="548"/>
            <a:ext cx="9164052" cy="3810002"/>
          </a:xfrm>
          <a:prstGeom prst="rect">
            <a:avLst/>
          </a:prstGeom>
          <a:noFill/>
          <a:ln>
            <a:noFill/>
          </a:ln>
        </p:spPr>
      </p:pic>
      <p:pic>
        <p:nvPicPr>
          <p:cNvPr id="52" name="Google Shape;52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 flipH="1">
            <a:off x="2757525" y="-2218025"/>
            <a:ext cx="3659250" cy="9174301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9"/>
          <p:cNvSpPr txBox="1">
            <a:spLocks noGrp="1"/>
          </p:cNvSpPr>
          <p:nvPr>
            <p:ph type="title"/>
          </p:nvPr>
        </p:nvSpPr>
        <p:spPr>
          <a:xfrm>
            <a:off x="2135550" y="2523293"/>
            <a:ext cx="4872900" cy="10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9"/>
          <p:cNvSpPr txBox="1">
            <a:spLocks noGrp="1"/>
          </p:cNvSpPr>
          <p:nvPr>
            <p:ph type="subTitle" idx="1"/>
          </p:nvPr>
        </p:nvSpPr>
        <p:spPr>
          <a:xfrm>
            <a:off x="2135550" y="3645107"/>
            <a:ext cx="48729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0"/>
          <p:cNvSpPr>
            <a:spLocks noGrp="1"/>
          </p:cNvSpPr>
          <p:nvPr>
            <p:ph type="pic" idx="2"/>
          </p:nvPr>
        </p:nvSpPr>
        <p:spPr>
          <a:xfrm>
            <a:off x="-25" y="-13725"/>
            <a:ext cx="9144000" cy="5157300"/>
          </a:xfrm>
          <a:prstGeom prst="rect">
            <a:avLst/>
          </a:prstGeom>
          <a:noFill/>
          <a:ln>
            <a:noFill/>
          </a:ln>
        </p:spPr>
      </p:sp>
      <p:sp>
        <p:nvSpPr>
          <p:cNvPr id="57" name="Google Shape;57;p10"/>
          <p:cNvSpPr txBox="1">
            <a:spLocks noGrp="1"/>
          </p:cNvSpPr>
          <p:nvPr>
            <p:ph type="title"/>
          </p:nvPr>
        </p:nvSpPr>
        <p:spPr>
          <a:xfrm>
            <a:off x="1653725" y="4014450"/>
            <a:ext cx="5836500" cy="572700"/>
          </a:xfrm>
          <a:prstGeom prst="rect">
            <a:avLst/>
          </a:prstGeom>
          <a:solidFill>
            <a:schemeClr val="lt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11"/>
          <p:cNvPicPr preferRelativeResize="0"/>
          <p:nvPr/>
        </p:nvPicPr>
        <p:blipFill rotWithShape="1">
          <a:blip r:embed="rId2">
            <a:alphaModFix/>
          </a:blip>
          <a:srcRect l="41273" t="10860" b="-10860"/>
          <a:stretch/>
        </p:blipFill>
        <p:spPr>
          <a:xfrm rot="-5400000" flipH="1">
            <a:off x="271499" y="-357376"/>
            <a:ext cx="5153172" cy="5848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0" name="Google Shape;60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06246" y="0"/>
            <a:ext cx="3659254" cy="5143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Google Shape;61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82221" y="0"/>
            <a:ext cx="3659254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1"/>
          <p:cNvSpPr txBox="1">
            <a:spLocks noGrp="1"/>
          </p:cNvSpPr>
          <p:nvPr>
            <p:ph type="title" hasCustomPrompt="1"/>
          </p:nvPr>
        </p:nvSpPr>
        <p:spPr>
          <a:xfrm>
            <a:off x="3844375" y="1723725"/>
            <a:ext cx="4586400" cy="116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600"/>
              <a:buNone/>
              <a:defRPr sz="60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600"/>
              <a:buNone/>
              <a:defRPr sz="9600">
                <a:solidFill>
                  <a:schemeClr val="l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600"/>
              <a:buNone/>
              <a:defRPr sz="9600">
                <a:solidFill>
                  <a:schemeClr val="l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600"/>
              <a:buNone/>
              <a:defRPr sz="9600">
                <a:solidFill>
                  <a:schemeClr val="l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600"/>
              <a:buNone/>
              <a:defRPr sz="9600">
                <a:solidFill>
                  <a:schemeClr val="l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600"/>
              <a:buNone/>
              <a:defRPr sz="9600">
                <a:solidFill>
                  <a:schemeClr val="l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600"/>
              <a:buNone/>
              <a:defRPr sz="9600">
                <a:solidFill>
                  <a:schemeClr val="l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600"/>
              <a:buNone/>
              <a:defRPr sz="9600">
                <a:solidFill>
                  <a:schemeClr val="l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600"/>
              <a:buNone/>
              <a:defRPr sz="96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3" name="Google Shape;63;p11"/>
          <p:cNvSpPr txBox="1">
            <a:spLocks noGrp="1"/>
          </p:cNvSpPr>
          <p:nvPr>
            <p:ph type="subTitle" idx="1"/>
          </p:nvPr>
        </p:nvSpPr>
        <p:spPr>
          <a:xfrm>
            <a:off x="3844375" y="2922675"/>
            <a:ext cx="4586400" cy="49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4"/>
        </a:solidFill>
        <a:effectLst/>
      </p:bgPr>
    </p:bg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3"/>
          <p:cNvPicPr preferRelativeResize="0"/>
          <p:nvPr/>
        </p:nvPicPr>
        <p:blipFill rotWithShape="1">
          <a:blip r:embed="rId2">
            <a:alphaModFix/>
          </a:blip>
          <a:srcRect t="36350" b="47482"/>
          <a:stretch/>
        </p:blipFill>
        <p:spPr>
          <a:xfrm>
            <a:off x="0" y="4158150"/>
            <a:ext cx="9144003" cy="985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 flipH="1">
            <a:off x="4089351" y="-48800"/>
            <a:ext cx="985348" cy="9164050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3"/>
          <p:cNvSpPr txBox="1">
            <a:spLocks noGrp="1"/>
          </p:cNvSpPr>
          <p:nvPr>
            <p:ph type="subTitle" idx="1"/>
          </p:nvPr>
        </p:nvSpPr>
        <p:spPr>
          <a:xfrm>
            <a:off x="872376" y="2045314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3"/>
          <p:cNvSpPr txBox="1">
            <a:spLocks noGrp="1"/>
          </p:cNvSpPr>
          <p:nvPr>
            <p:ph type="subTitle" idx="2"/>
          </p:nvPr>
        </p:nvSpPr>
        <p:spPr>
          <a:xfrm>
            <a:off x="3419247" y="2045314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3"/>
          <p:cNvSpPr txBox="1">
            <a:spLocks noGrp="1"/>
          </p:cNvSpPr>
          <p:nvPr>
            <p:ph type="subTitle" idx="3"/>
          </p:nvPr>
        </p:nvSpPr>
        <p:spPr>
          <a:xfrm>
            <a:off x="872376" y="3639537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3"/>
          <p:cNvSpPr txBox="1">
            <a:spLocks noGrp="1"/>
          </p:cNvSpPr>
          <p:nvPr>
            <p:ph type="subTitle" idx="4"/>
          </p:nvPr>
        </p:nvSpPr>
        <p:spPr>
          <a:xfrm>
            <a:off x="3419247" y="3639537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3"/>
          <p:cNvSpPr txBox="1">
            <a:spLocks noGrp="1"/>
          </p:cNvSpPr>
          <p:nvPr>
            <p:ph type="subTitle" idx="5"/>
          </p:nvPr>
        </p:nvSpPr>
        <p:spPr>
          <a:xfrm>
            <a:off x="5966124" y="2045314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3"/>
          <p:cNvSpPr txBox="1">
            <a:spLocks noGrp="1"/>
          </p:cNvSpPr>
          <p:nvPr>
            <p:ph type="subTitle" idx="6"/>
          </p:nvPr>
        </p:nvSpPr>
        <p:spPr>
          <a:xfrm>
            <a:off x="5966124" y="3639537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3"/>
          <p:cNvSpPr txBox="1">
            <a:spLocks noGrp="1"/>
          </p:cNvSpPr>
          <p:nvPr>
            <p:ph type="title" idx="7" hasCustomPrompt="1"/>
          </p:nvPr>
        </p:nvSpPr>
        <p:spPr>
          <a:xfrm>
            <a:off x="1657776" y="1212951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6" name="Google Shape;76;p13"/>
          <p:cNvSpPr txBox="1">
            <a:spLocks noGrp="1"/>
          </p:cNvSpPr>
          <p:nvPr>
            <p:ph type="title" idx="8" hasCustomPrompt="1"/>
          </p:nvPr>
        </p:nvSpPr>
        <p:spPr>
          <a:xfrm>
            <a:off x="1657776" y="2806589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7" name="Google Shape;77;p13"/>
          <p:cNvSpPr txBox="1">
            <a:spLocks noGrp="1"/>
          </p:cNvSpPr>
          <p:nvPr>
            <p:ph type="title" idx="9" hasCustomPrompt="1"/>
          </p:nvPr>
        </p:nvSpPr>
        <p:spPr>
          <a:xfrm>
            <a:off x="4204647" y="1212951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8" name="Google Shape;78;p13"/>
          <p:cNvSpPr txBox="1">
            <a:spLocks noGrp="1"/>
          </p:cNvSpPr>
          <p:nvPr>
            <p:ph type="title" idx="13" hasCustomPrompt="1"/>
          </p:nvPr>
        </p:nvSpPr>
        <p:spPr>
          <a:xfrm>
            <a:off x="4204647" y="2806589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9" name="Google Shape;79;p13"/>
          <p:cNvSpPr txBox="1">
            <a:spLocks noGrp="1"/>
          </p:cNvSpPr>
          <p:nvPr>
            <p:ph type="title" idx="14" hasCustomPrompt="1"/>
          </p:nvPr>
        </p:nvSpPr>
        <p:spPr>
          <a:xfrm>
            <a:off x="6751524" y="1212951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0" name="Google Shape;80;p13"/>
          <p:cNvSpPr txBox="1">
            <a:spLocks noGrp="1"/>
          </p:cNvSpPr>
          <p:nvPr>
            <p:ph type="title" idx="15" hasCustomPrompt="1"/>
          </p:nvPr>
        </p:nvSpPr>
        <p:spPr>
          <a:xfrm>
            <a:off x="6751524" y="2806589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1" name="Google Shape;81;p13"/>
          <p:cNvSpPr txBox="1">
            <a:spLocks noGrp="1"/>
          </p:cNvSpPr>
          <p:nvPr>
            <p:ph type="subTitle" idx="16"/>
          </p:nvPr>
        </p:nvSpPr>
        <p:spPr>
          <a:xfrm>
            <a:off x="872376" y="1713357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solidFill>
                  <a:schemeClr val="dk1"/>
                </a:solidFill>
                <a:latin typeface="Coda"/>
                <a:ea typeface="Coda"/>
                <a:cs typeface="Coda"/>
                <a:sym typeface="Coda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9pPr>
          </a:lstStyle>
          <a:p>
            <a:endParaRPr/>
          </a:p>
        </p:txBody>
      </p:sp>
      <p:sp>
        <p:nvSpPr>
          <p:cNvPr id="82" name="Google Shape;82;p13"/>
          <p:cNvSpPr txBox="1">
            <a:spLocks noGrp="1"/>
          </p:cNvSpPr>
          <p:nvPr>
            <p:ph type="subTitle" idx="17"/>
          </p:nvPr>
        </p:nvSpPr>
        <p:spPr>
          <a:xfrm>
            <a:off x="3419247" y="1713357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solidFill>
                  <a:schemeClr val="dk1"/>
                </a:solidFill>
                <a:latin typeface="Coda"/>
                <a:ea typeface="Coda"/>
                <a:cs typeface="Coda"/>
                <a:sym typeface="Coda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9pPr>
          </a:lstStyle>
          <a:p>
            <a:endParaRPr/>
          </a:p>
        </p:txBody>
      </p:sp>
      <p:sp>
        <p:nvSpPr>
          <p:cNvPr id="83" name="Google Shape;83;p13"/>
          <p:cNvSpPr txBox="1">
            <a:spLocks noGrp="1"/>
          </p:cNvSpPr>
          <p:nvPr>
            <p:ph type="subTitle" idx="18"/>
          </p:nvPr>
        </p:nvSpPr>
        <p:spPr>
          <a:xfrm>
            <a:off x="5966124" y="1713357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solidFill>
                  <a:schemeClr val="dk1"/>
                </a:solidFill>
                <a:latin typeface="Coda"/>
                <a:ea typeface="Coda"/>
                <a:cs typeface="Coda"/>
                <a:sym typeface="Coda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9pPr>
          </a:lstStyle>
          <a:p>
            <a:endParaRPr/>
          </a:p>
        </p:txBody>
      </p:sp>
      <p:sp>
        <p:nvSpPr>
          <p:cNvPr id="84" name="Google Shape;84;p13"/>
          <p:cNvSpPr txBox="1">
            <a:spLocks noGrp="1"/>
          </p:cNvSpPr>
          <p:nvPr>
            <p:ph type="subTitle" idx="19"/>
          </p:nvPr>
        </p:nvSpPr>
        <p:spPr>
          <a:xfrm>
            <a:off x="872376" y="3307062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solidFill>
                  <a:schemeClr val="dk1"/>
                </a:solidFill>
                <a:latin typeface="Coda"/>
                <a:ea typeface="Coda"/>
                <a:cs typeface="Coda"/>
                <a:sym typeface="Coda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9pPr>
          </a:lstStyle>
          <a:p>
            <a:endParaRPr/>
          </a:p>
        </p:txBody>
      </p:sp>
      <p:sp>
        <p:nvSpPr>
          <p:cNvPr id="85" name="Google Shape;85;p13"/>
          <p:cNvSpPr txBox="1">
            <a:spLocks noGrp="1"/>
          </p:cNvSpPr>
          <p:nvPr>
            <p:ph type="subTitle" idx="20"/>
          </p:nvPr>
        </p:nvSpPr>
        <p:spPr>
          <a:xfrm>
            <a:off x="3419247" y="3307062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solidFill>
                  <a:schemeClr val="dk1"/>
                </a:solidFill>
                <a:latin typeface="Coda"/>
                <a:ea typeface="Coda"/>
                <a:cs typeface="Coda"/>
                <a:sym typeface="Coda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9pPr>
          </a:lstStyle>
          <a:p>
            <a:endParaRPr/>
          </a:p>
        </p:txBody>
      </p:sp>
      <p:sp>
        <p:nvSpPr>
          <p:cNvPr id="86" name="Google Shape;86;p13"/>
          <p:cNvSpPr txBox="1">
            <a:spLocks noGrp="1"/>
          </p:cNvSpPr>
          <p:nvPr>
            <p:ph type="subTitle" idx="21"/>
          </p:nvPr>
        </p:nvSpPr>
        <p:spPr>
          <a:xfrm>
            <a:off x="5966124" y="3307062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solidFill>
                  <a:schemeClr val="dk1"/>
                </a:solidFill>
                <a:latin typeface="Coda"/>
                <a:ea typeface="Coda"/>
                <a:cs typeface="Coda"/>
                <a:sym typeface="Coda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9pPr>
          </a:lstStyle>
          <a:p>
            <a:endParaRPr/>
          </a:p>
        </p:txBody>
      </p:sp>
      <p:pic>
        <p:nvPicPr>
          <p:cNvPr id="87" name="Google Shape;87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 flipH="1">
            <a:off x="4089351" y="-48800"/>
            <a:ext cx="985348" cy="9164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BLANK_1_1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4"/>
          <p:cNvSpPr txBox="1">
            <a:spLocks noGrp="1"/>
          </p:cNvSpPr>
          <p:nvPr>
            <p:ph type="title"/>
          </p:nvPr>
        </p:nvSpPr>
        <p:spPr>
          <a:xfrm>
            <a:off x="1487106" y="3015326"/>
            <a:ext cx="6169800" cy="59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90" name="Google Shape;90;p14"/>
          <p:cNvSpPr txBox="1">
            <a:spLocks noGrp="1"/>
          </p:cNvSpPr>
          <p:nvPr>
            <p:ph type="subTitle" idx="1"/>
          </p:nvPr>
        </p:nvSpPr>
        <p:spPr>
          <a:xfrm>
            <a:off x="1487094" y="1041463"/>
            <a:ext cx="6169800" cy="1863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pic>
        <p:nvPicPr>
          <p:cNvPr id="91" name="Google Shape;91;p14"/>
          <p:cNvPicPr preferRelativeResize="0"/>
          <p:nvPr/>
        </p:nvPicPr>
        <p:blipFill rotWithShape="1">
          <a:blip r:embed="rId2">
            <a:alphaModFix/>
          </a:blip>
          <a:srcRect t="36350" b="47482"/>
          <a:stretch/>
        </p:blipFill>
        <p:spPr>
          <a:xfrm>
            <a:off x="0" y="4158150"/>
            <a:ext cx="9144003" cy="985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 flipH="1">
            <a:off x="4089351" y="-48800"/>
            <a:ext cx="985348" cy="9164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 flipH="1">
            <a:off x="4079326" y="-89825"/>
            <a:ext cx="985348" cy="9164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_ONLY_1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15"/>
          <p:cNvPicPr preferRelativeResize="0"/>
          <p:nvPr/>
        </p:nvPicPr>
        <p:blipFill rotWithShape="1">
          <a:blip r:embed="rId2">
            <a:alphaModFix/>
          </a:blip>
          <a:srcRect l="6240" t="30123" r="6240" b="15286"/>
          <a:stretch/>
        </p:blipFill>
        <p:spPr>
          <a:xfrm rot="5400000">
            <a:off x="-1500862" y="1506606"/>
            <a:ext cx="5137756" cy="2136034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 flipH="1">
            <a:off x="-12600" y="1"/>
            <a:ext cx="2366277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TITLE_ONLY_1_1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pic>
        <p:nvPicPr>
          <p:cNvPr id="100" name="Google Shape;100;p16"/>
          <p:cNvPicPr preferRelativeResize="0"/>
          <p:nvPr/>
        </p:nvPicPr>
        <p:blipFill rotWithShape="1">
          <a:blip r:embed="rId2">
            <a:alphaModFix/>
          </a:blip>
          <a:srcRect t="18072" r="1254" b="52462"/>
          <a:stretch/>
        </p:blipFill>
        <p:spPr>
          <a:xfrm>
            <a:off x="0" y="3325075"/>
            <a:ext cx="9143997" cy="18184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TITLE_ONLY_1_1_1"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7"/>
          <p:cNvPicPr preferRelativeResize="0"/>
          <p:nvPr/>
        </p:nvPicPr>
        <p:blipFill rotWithShape="1">
          <a:blip r:embed="rId2">
            <a:alphaModFix/>
          </a:blip>
          <a:srcRect l="6395" t="32161" r="34878" b="27588"/>
          <a:stretch/>
        </p:blipFill>
        <p:spPr>
          <a:xfrm rot="5400000">
            <a:off x="5390363" y="1389862"/>
            <a:ext cx="5153172" cy="23540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7"/>
          <p:cNvPicPr preferRelativeResize="0"/>
          <p:nvPr/>
        </p:nvPicPr>
        <p:blipFill rotWithShape="1">
          <a:blip r:embed="rId3">
            <a:alphaModFix/>
          </a:blip>
          <a:srcRect l="35695"/>
          <a:stretch/>
        </p:blipFill>
        <p:spPr>
          <a:xfrm flipH="1">
            <a:off x="6718725" y="0"/>
            <a:ext cx="2425275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p18"/>
          <p:cNvPicPr preferRelativeResize="0"/>
          <p:nvPr/>
        </p:nvPicPr>
        <p:blipFill rotWithShape="1">
          <a:blip r:embed="rId2">
            <a:alphaModFix/>
          </a:blip>
          <a:srcRect l="41273" t="58219" b="1530"/>
          <a:stretch/>
        </p:blipFill>
        <p:spPr>
          <a:xfrm rot="-5400000" flipH="1">
            <a:off x="-1399538" y="1389862"/>
            <a:ext cx="5153172" cy="23540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" y="0"/>
            <a:ext cx="2496425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8"/>
          <p:cNvSpPr txBox="1">
            <a:spLocks noGrp="1"/>
          </p:cNvSpPr>
          <p:nvPr>
            <p:ph type="title"/>
          </p:nvPr>
        </p:nvSpPr>
        <p:spPr>
          <a:xfrm>
            <a:off x="879325" y="1183380"/>
            <a:ext cx="3519600" cy="1813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18"/>
          <p:cNvSpPr txBox="1">
            <a:spLocks noGrp="1"/>
          </p:cNvSpPr>
          <p:nvPr>
            <p:ph type="subTitle" idx="1"/>
          </p:nvPr>
        </p:nvSpPr>
        <p:spPr>
          <a:xfrm>
            <a:off x="879325" y="2997120"/>
            <a:ext cx="3519600" cy="96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18"/>
          <p:cNvSpPr>
            <a:spLocks noGrp="1"/>
          </p:cNvSpPr>
          <p:nvPr>
            <p:ph type="pic" idx="2"/>
          </p:nvPr>
        </p:nvSpPr>
        <p:spPr>
          <a:xfrm>
            <a:off x="4902275" y="880200"/>
            <a:ext cx="3362400" cy="3383100"/>
          </a:xfrm>
          <a:prstGeom prst="ellipse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4"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9"/>
          <p:cNvSpPr txBox="1">
            <a:spLocks noGrp="1"/>
          </p:cNvSpPr>
          <p:nvPr>
            <p:ph type="title"/>
          </p:nvPr>
        </p:nvSpPr>
        <p:spPr>
          <a:xfrm>
            <a:off x="2449050" y="539500"/>
            <a:ext cx="4245900" cy="66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19"/>
          <p:cNvSpPr txBox="1">
            <a:spLocks noGrp="1"/>
          </p:cNvSpPr>
          <p:nvPr>
            <p:ph type="subTitle" idx="1"/>
          </p:nvPr>
        </p:nvSpPr>
        <p:spPr>
          <a:xfrm>
            <a:off x="2449050" y="1207300"/>
            <a:ext cx="4245900" cy="66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14" name="Google Shape;114;p19"/>
          <p:cNvGrpSpPr/>
          <p:nvPr/>
        </p:nvGrpSpPr>
        <p:grpSpPr>
          <a:xfrm>
            <a:off x="6492099" y="0"/>
            <a:ext cx="2651899" cy="5143501"/>
            <a:chOff x="6492099" y="0"/>
            <a:chExt cx="2651899" cy="5143501"/>
          </a:xfrm>
        </p:grpSpPr>
        <p:pic>
          <p:nvPicPr>
            <p:cNvPr id="115" name="Google Shape;115;p19"/>
            <p:cNvPicPr preferRelativeResize="0"/>
            <p:nvPr/>
          </p:nvPicPr>
          <p:blipFill rotWithShape="1">
            <a:blip r:embed="rId2">
              <a:alphaModFix/>
            </a:blip>
            <a:srcRect r="70806"/>
            <a:stretch/>
          </p:blipFill>
          <p:spPr>
            <a:xfrm>
              <a:off x="6891025" y="0"/>
              <a:ext cx="2252974" cy="51435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6" name="Google Shape;116;p1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flipH="1">
              <a:off x="6492099" y="0"/>
              <a:ext cx="2185825" cy="5143499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CUSTOM_4_1"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0"/>
          <p:cNvSpPr txBox="1">
            <a:spLocks noGrp="1"/>
          </p:cNvSpPr>
          <p:nvPr>
            <p:ph type="title"/>
          </p:nvPr>
        </p:nvSpPr>
        <p:spPr>
          <a:xfrm>
            <a:off x="4032962" y="1547103"/>
            <a:ext cx="3593400" cy="74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19" name="Google Shape;119;p20"/>
          <p:cNvSpPr txBox="1">
            <a:spLocks noGrp="1"/>
          </p:cNvSpPr>
          <p:nvPr>
            <p:ph type="subTitle" idx="1"/>
          </p:nvPr>
        </p:nvSpPr>
        <p:spPr>
          <a:xfrm>
            <a:off x="4032962" y="2289600"/>
            <a:ext cx="3593400" cy="89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20" name="Google Shape;120;p20"/>
          <p:cNvPicPr preferRelativeResize="0"/>
          <p:nvPr/>
        </p:nvPicPr>
        <p:blipFill rotWithShape="1">
          <a:blip r:embed="rId2">
            <a:alphaModFix/>
          </a:blip>
          <a:srcRect t="36350" b="47482"/>
          <a:stretch/>
        </p:blipFill>
        <p:spPr>
          <a:xfrm>
            <a:off x="0" y="4158150"/>
            <a:ext cx="9144003" cy="985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 flipH="1">
            <a:off x="4089351" y="-48800"/>
            <a:ext cx="985348" cy="9164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3">
  <p:cSld name="TITLE_AND_BODY_1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3" name="Google Shape;123;p21"/>
          <p:cNvGrpSpPr/>
          <p:nvPr/>
        </p:nvGrpSpPr>
        <p:grpSpPr>
          <a:xfrm>
            <a:off x="5018673" y="0"/>
            <a:ext cx="4125326" cy="5143501"/>
            <a:chOff x="5018673" y="0"/>
            <a:chExt cx="4125326" cy="5143501"/>
          </a:xfrm>
        </p:grpSpPr>
        <p:pic>
          <p:nvPicPr>
            <p:cNvPr id="124" name="Google Shape;124;p21"/>
            <p:cNvPicPr preferRelativeResize="0"/>
            <p:nvPr/>
          </p:nvPicPr>
          <p:blipFill rotWithShape="1">
            <a:blip r:embed="rId2">
              <a:alphaModFix/>
            </a:blip>
            <a:srcRect r="70806"/>
            <a:stretch/>
          </p:blipFill>
          <p:spPr>
            <a:xfrm>
              <a:off x="6891025" y="0"/>
              <a:ext cx="2252974" cy="51435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5" name="Google Shape;125;p2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flipH="1">
              <a:off x="5018673" y="0"/>
              <a:ext cx="3659254" cy="5143499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26" name="Google Shape;126;p21"/>
          <p:cNvPicPr preferRelativeResize="0"/>
          <p:nvPr/>
        </p:nvPicPr>
        <p:blipFill rotWithShape="1">
          <a:blip r:embed="rId3">
            <a:alphaModFix/>
          </a:blip>
          <a:srcRect l="-1636"/>
          <a:stretch/>
        </p:blipFill>
        <p:spPr>
          <a:xfrm flipH="1">
            <a:off x="5543573" y="0"/>
            <a:ext cx="3659254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2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21"/>
          <p:cNvSpPr txBox="1">
            <a:spLocks noGrp="1"/>
          </p:cNvSpPr>
          <p:nvPr>
            <p:ph type="body" idx="1"/>
          </p:nvPr>
        </p:nvSpPr>
        <p:spPr>
          <a:xfrm>
            <a:off x="720000" y="1167379"/>
            <a:ext cx="7704000" cy="343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 Light"/>
              <a:buChar char="●"/>
              <a:defRPr/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4">
  <p:cSld name="TITLE_AND_BODY_1_1"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22"/>
          <p:cNvPicPr preferRelativeResize="0"/>
          <p:nvPr/>
        </p:nvPicPr>
        <p:blipFill rotWithShape="1">
          <a:blip r:embed="rId2">
            <a:alphaModFix/>
          </a:blip>
          <a:srcRect l="6240" t="30123" r="6240" b="15286"/>
          <a:stretch/>
        </p:blipFill>
        <p:spPr>
          <a:xfrm rot="-5400000">
            <a:off x="5494507" y="1500862"/>
            <a:ext cx="5137756" cy="21360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6777725" y="2"/>
            <a:ext cx="2366277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2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33" name="Google Shape;133;p22"/>
          <p:cNvSpPr txBox="1">
            <a:spLocks noGrp="1"/>
          </p:cNvSpPr>
          <p:nvPr>
            <p:ph type="body" idx="1"/>
          </p:nvPr>
        </p:nvSpPr>
        <p:spPr>
          <a:xfrm>
            <a:off x="720000" y="1167356"/>
            <a:ext cx="7704000" cy="163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 Light"/>
              <a:buChar char="●"/>
              <a:defRPr/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_AND_TWO_COLUMNS_1"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23"/>
          <p:cNvPicPr preferRelativeResize="0"/>
          <p:nvPr/>
        </p:nvPicPr>
        <p:blipFill rotWithShape="1">
          <a:blip r:embed="rId2">
            <a:alphaModFix/>
          </a:blip>
          <a:srcRect r="70806"/>
          <a:stretch/>
        </p:blipFill>
        <p:spPr>
          <a:xfrm>
            <a:off x="6891025" y="0"/>
            <a:ext cx="2252974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5018673" y="0"/>
            <a:ext cx="3659254" cy="5143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5018673" y="0"/>
            <a:ext cx="3659254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2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23"/>
          <p:cNvSpPr txBox="1">
            <a:spLocks noGrp="1"/>
          </p:cNvSpPr>
          <p:nvPr>
            <p:ph type="subTitle" idx="1"/>
          </p:nvPr>
        </p:nvSpPr>
        <p:spPr>
          <a:xfrm>
            <a:off x="5181724" y="3099625"/>
            <a:ext cx="2586900" cy="117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0" name="Google Shape;140;p23"/>
          <p:cNvSpPr txBox="1">
            <a:spLocks noGrp="1"/>
          </p:cNvSpPr>
          <p:nvPr>
            <p:ph type="subTitle" idx="2"/>
          </p:nvPr>
        </p:nvSpPr>
        <p:spPr>
          <a:xfrm>
            <a:off x="1375350" y="2261425"/>
            <a:ext cx="2586900" cy="117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1" name="Google Shape;141;p23"/>
          <p:cNvSpPr txBox="1">
            <a:spLocks noGrp="1"/>
          </p:cNvSpPr>
          <p:nvPr>
            <p:ph type="subTitle" idx="3"/>
          </p:nvPr>
        </p:nvSpPr>
        <p:spPr>
          <a:xfrm>
            <a:off x="1375360" y="1702525"/>
            <a:ext cx="2586900" cy="55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solidFill>
                  <a:schemeClr val="dk1"/>
                </a:solidFill>
                <a:latin typeface="Coda"/>
                <a:ea typeface="Coda"/>
                <a:cs typeface="Coda"/>
                <a:sym typeface="Coda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9pPr>
          </a:lstStyle>
          <a:p>
            <a:endParaRPr/>
          </a:p>
        </p:txBody>
      </p:sp>
      <p:sp>
        <p:nvSpPr>
          <p:cNvPr id="142" name="Google Shape;142;p23"/>
          <p:cNvSpPr txBox="1">
            <a:spLocks noGrp="1"/>
          </p:cNvSpPr>
          <p:nvPr>
            <p:ph type="subTitle" idx="4"/>
          </p:nvPr>
        </p:nvSpPr>
        <p:spPr>
          <a:xfrm>
            <a:off x="5181738" y="2540725"/>
            <a:ext cx="2586900" cy="55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solidFill>
                  <a:schemeClr val="dk1"/>
                </a:solidFill>
                <a:latin typeface="Coda"/>
                <a:ea typeface="Coda"/>
                <a:cs typeface="Coda"/>
                <a:sym typeface="Coda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TITLE_AND_TWO_COLUMNS_1_1"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45" name="Google Shape;145;p24"/>
          <p:cNvSpPr txBox="1">
            <a:spLocks noGrp="1"/>
          </p:cNvSpPr>
          <p:nvPr>
            <p:ph type="subTitle" idx="1"/>
          </p:nvPr>
        </p:nvSpPr>
        <p:spPr>
          <a:xfrm>
            <a:off x="1905300" y="3098314"/>
            <a:ext cx="5333400" cy="118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6" name="Google Shape;146;p24"/>
          <p:cNvSpPr txBox="1">
            <a:spLocks noGrp="1"/>
          </p:cNvSpPr>
          <p:nvPr>
            <p:ph type="subTitle" idx="2"/>
          </p:nvPr>
        </p:nvSpPr>
        <p:spPr>
          <a:xfrm>
            <a:off x="1905300" y="1624684"/>
            <a:ext cx="5333400" cy="118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47" name="Google Shape;147;p24"/>
          <p:cNvPicPr preferRelativeResize="0"/>
          <p:nvPr/>
        </p:nvPicPr>
        <p:blipFill rotWithShape="1">
          <a:blip r:embed="rId2">
            <a:alphaModFix/>
          </a:blip>
          <a:srcRect l="17623" t="16901" r="15724" b="39291"/>
          <a:stretch/>
        </p:blipFill>
        <p:spPr>
          <a:xfrm rot="5400000">
            <a:off x="-1458063" y="1446012"/>
            <a:ext cx="5143900" cy="22532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p25"/>
          <p:cNvPicPr preferRelativeResize="0"/>
          <p:nvPr/>
        </p:nvPicPr>
        <p:blipFill rotWithShape="1">
          <a:blip r:embed="rId2">
            <a:alphaModFix/>
          </a:blip>
          <a:srcRect r="70806"/>
          <a:stretch/>
        </p:blipFill>
        <p:spPr>
          <a:xfrm flipH="1">
            <a:off x="-37390" y="0"/>
            <a:ext cx="2252974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2257" y="0"/>
            <a:ext cx="3659254" cy="5143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6907" y="0"/>
            <a:ext cx="3659254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2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53" name="Google Shape;153;p25"/>
          <p:cNvSpPr txBox="1">
            <a:spLocks noGrp="1"/>
          </p:cNvSpPr>
          <p:nvPr>
            <p:ph type="subTitle" idx="1"/>
          </p:nvPr>
        </p:nvSpPr>
        <p:spPr>
          <a:xfrm>
            <a:off x="937625" y="2332395"/>
            <a:ext cx="2175300" cy="101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4" name="Google Shape;154;p25"/>
          <p:cNvSpPr txBox="1">
            <a:spLocks noGrp="1"/>
          </p:cNvSpPr>
          <p:nvPr>
            <p:ph type="subTitle" idx="2"/>
          </p:nvPr>
        </p:nvSpPr>
        <p:spPr>
          <a:xfrm>
            <a:off x="3484347" y="3322995"/>
            <a:ext cx="2175300" cy="101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5" name="Google Shape;155;p25"/>
          <p:cNvSpPr txBox="1">
            <a:spLocks noGrp="1"/>
          </p:cNvSpPr>
          <p:nvPr>
            <p:ph type="subTitle" idx="3"/>
          </p:nvPr>
        </p:nvSpPr>
        <p:spPr>
          <a:xfrm>
            <a:off x="6031075" y="2332395"/>
            <a:ext cx="2175300" cy="101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6" name="Google Shape;156;p25"/>
          <p:cNvSpPr txBox="1">
            <a:spLocks noGrp="1"/>
          </p:cNvSpPr>
          <p:nvPr>
            <p:ph type="subTitle" idx="4"/>
          </p:nvPr>
        </p:nvSpPr>
        <p:spPr>
          <a:xfrm>
            <a:off x="937625" y="1676879"/>
            <a:ext cx="2175300" cy="66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solidFill>
                  <a:schemeClr val="dk1"/>
                </a:solidFill>
                <a:latin typeface="Coda"/>
                <a:ea typeface="Coda"/>
                <a:cs typeface="Coda"/>
                <a:sym typeface="Coda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9pPr>
          </a:lstStyle>
          <a:p>
            <a:endParaRPr/>
          </a:p>
        </p:txBody>
      </p:sp>
      <p:sp>
        <p:nvSpPr>
          <p:cNvPr id="157" name="Google Shape;157;p25"/>
          <p:cNvSpPr txBox="1">
            <a:spLocks noGrp="1"/>
          </p:cNvSpPr>
          <p:nvPr>
            <p:ph type="subTitle" idx="5"/>
          </p:nvPr>
        </p:nvSpPr>
        <p:spPr>
          <a:xfrm>
            <a:off x="3484350" y="2667479"/>
            <a:ext cx="2175300" cy="66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solidFill>
                  <a:schemeClr val="dk1"/>
                </a:solidFill>
                <a:latin typeface="Coda"/>
                <a:ea typeface="Coda"/>
                <a:cs typeface="Coda"/>
                <a:sym typeface="Coda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9pPr>
          </a:lstStyle>
          <a:p>
            <a:endParaRPr/>
          </a:p>
        </p:txBody>
      </p:sp>
      <p:sp>
        <p:nvSpPr>
          <p:cNvPr id="158" name="Google Shape;158;p25"/>
          <p:cNvSpPr txBox="1">
            <a:spLocks noGrp="1"/>
          </p:cNvSpPr>
          <p:nvPr>
            <p:ph type="subTitle" idx="6"/>
          </p:nvPr>
        </p:nvSpPr>
        <p:spPr>
          <a:xfrm>
            <a:off x="6031075" y="1676879"/>
            <a:ext cx="2175300" cy="66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solidFill>
                  <a:schemeClr val="dk1"/>
                </a:solidFill>
                <a:latin typeface="Coda"/>
                <a:ea typeface="Coda"/>
                <a:cs typeface="Coda"/>
                <a:sym typeface="Coda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5"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61" name="Google Shape;161;p26"/>
          <p:cNvSpPr txBox="1">
            <a:spLocks noGrp="1"/>
          </p:cNvSpPr>
          <p:nvPr>
            <p:ph type="subTitle" idx="1"/>
          </p:nvPr>
        </p:nvSpPr>
        <p:spPr>
          <a:xfrm>
            <a:off x="2891511" y="1906591"/>
            <a:ext cx="1978200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2" name="Google Shape;162;p26"/>
          <p:cNvSpPr txBox="1">
            <a:spLocks noGrp="1"/>
          </p:cNvSpPr>
          <p:nvPr>
            <p:ph type="subTitle" idx="2"/>
          </p:nvPr>
        </p:nvSpPr>
        <p:spPr>
          <a:xfrm>
            <a:off x="5657064" y="1906591"/>
            <a:ext cx="1978200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3" name="Google Shape;163;p26"/>
          <p:cNvSpPr txBox="1">
            <a:spLocks noGrp="1"/>
          </p:cNvSpPr>
          <p:nvPr>
            <p:ph type="subTitle" idx="3"/>
          </p:nvPr>
        </p:nvSpPr>
        <p:spPr>
          <a:xfrm>
            <a:off x="1508736" y="3244666"/>
            <a:ext cx="1978200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4" name="Google Shape;164;p26"/>
          <p:cNvSpPr txBox="1">
            <a:spLocks noGrp="1"/>
          </p:cNvSpPr>
          <p:nvPr>
            <p:ph type="subTitle" idx="4"/>
          </p:nvPr>
        </p:nvSpPr>
        <p:spPr>
          <a:xfrm>
            <a:off x="4274289" y="3244666"/>
            <a:ext cx="1978200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5" name="Google Shape;165;p26"/>
          <p:cNvSpPr txBox="1">
            <a:spLocks noGrp="1"/>
          </p:cNvSpPr>
          <p:nvPr>
            <p:ph type="subTitle" idx="5"/>
          </p:nvPr>
        </p:nvSpPr>
        <p:spPr>
          <a:xfrm>
            <a:off x="2891511" y="1470375"/>
            <a:ext cx="1978200" cy="505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solidFill>
                  <a:schemeClr val="dk1"/>
                </a:solidFill>
                <a:latin typeface="Coda"/>
                <a:ea typeface="Coda"/>
                <a:cs typeface="Coda"/>
                <a:sym typeface="Coda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9pPr>
          </a:lstStyle>
          <a:p>
            <a:endParaRPr/>
          </a:p>
        </p:txBody>
      </p:sp>
      <p:sp>
        <p:nvSpPr>
          <p:cNvPr id="166" name="Google Shape;166;p26"/>
          <p:cNvSpPr txBox="1">
            <a:spLocks noGrp="1"/>
          </p:cNvSpPr>
          <p:nvPr>
            <p:ph type="subTitle" idx="6"/>
          </p:nvPr>
        </p:nvSpPr>
        <p:spPr>
          <a:xfrm>
            <a:off x="1508736" y="2808550"/>
            <a:ext cx="1978200" cy="505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solidFill>
                  <a:schemeClr val="dk1"/>
                </a:solidFill>
                <a:latin typeface="Coda"/>
                <a:ea typeface="Coda"/>
                <a:cs typeface="Coda"/>
                <a:sym typeface="Coda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9pPr>
          </a:lstStyle>
          <a:p>
            <a:endParaRPr/>
          </a:p>
        </p:txBody>
      </p:sp>
      <p:sp>
        <p:nvSpPr>
          <p:cNvPr id="167" name="Google Shape;167;p26"/>
          <p:cNvSpPr txBox="1">
            <a:spLocks noGrp="1"/>
          </p:cNvSpPr>
          <p:nvPr>
            <p:ph type="subTitle" idx="7"/>
          </p:nvPr>
        </p:nvSpPr>
        <p:spPr>
          <a:xfrm>
            <a:off x="5657061" y="1470375"/>
            <a:ext cx="1978200" cy="505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solidFill>
                  <a:schemeClr val="dk1"/>
                </a:solidFill>
                <a:latin typeface="Coda"/>
                <a:ea typeface="Coda"/>
                <a:cs typeface="Coda"/>
                <a:sym typeface="Coda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9pPr>
          </a:lstStyle>
          <a:p>
            <a:endParaRPr/>
          </a:p>
        </p:txBody>
      </p:sp>
      <p:sp>
        <p:nvSpPr>
          <p:cNvPr id="168" name="Google Shape;168;p26"/>
          <p:cNvSpPr txBox="1">
            <a:spLocks noGrp="1"/>
          </p:cNvSpPr>
          <p:nvPr>
            <p:ph type="subTitle" idx="8"/>
          </p:nvPr>
        </p:nvSpPr>
        <p:spPr>
          <a:xfrm>
            <a:off x="4274286" y="2808550"/>
            <a:ext cx="1978200" cy="505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solidFill>
                  <a:schemeClr val="dk1"/>
                </a:solidFill>
                <a:latin typeface="Coda"/>
                <a:ea typeface="Coda"/>
                <a:cs typeface="Coda"/>
                <a:sym typeface="Coda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9pPr>
          </a:lstStyle>
          <a:p>
            <a:endParaRPr/>
          </a:p>
        </p:txBody>
      </p:sp>
      <p:pic>
        <p:nvPicPr>
          <p:cNvPr id="169" name="Google Shape;169;p26"/>
          <p:cNvPicPr preferRelativeResize="0"/>
          <p:nvPr/>
        </p:nvPicPr>
        <p:blipFill rotWithShape="1">
          <a:blip r:embed="rId2">
            <a:alphaModFix/>
          </a:blip>
          <a:srcRect t="36350" b="47482"/>
          <a:stretch/>
        </p:blipFill>
        <p:spPr>
          <a:xfrm>
            <a:off x="0" y="4158150"/>
            <a:ext cx="9144003" cy="985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 flipH="1">
            <a:off x="4089351" y="-48800"/>
            <a:ext cx="985348" cy="9164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 flipH="1">
            <a:off x="4079326" y="-48800"/>
            <a:ext cx="985348" cy="9164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7"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Google Shape;173;p27"/>
          <p:cNvPicPr preferRelativeResize="0"/>
          <p:nvPr/>
        </p:nvPicPr>
        <p:blipFill rotWithShape="1">
          <a:blip r:embed="rId2">
            <a:alphaModFix/>
          </a:blip>
          <a:srcRect l="349" t="19268" b="18357"/>
          <a:stretch/>
        </p:blipFill>
        <p:spPr>
          <a:xfrm rot="5400000">
            <a:off x="-1525114" y="1490063"/>
            <a:ext cx="5169577" cy="21569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7"/>
          <p:cNvPicPr preferRelativeResize="0"/>
          <p:nvPr/>
        </p:nvPicPr>
        <p:blipFill rotWithShape="1">
          <a:blip r:embed="rId3">
            <a:alphaModFix/>
          </a:blip>
          <a:srcRect b="666"/>
          <a:stretch/>
        </p:blipFill>
        <p:spPr>
          <a:xfrm rot="10800000" flipH="1">
            <a:off x="143775" y="-5852"/>
            <a:ext cx="2071576" cy="5159152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2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76" name="Google Shape;176;p27"/>
          <p:cNvSpPr txBox="1">
            <a:spLocks noGrp="1"/>
          </p:cNvSpPr>
          <p:nvPr>
            <p:ph type="subTitle" idx="1"/>
          </p:nvPr>
        </p:nvSpPr>
        <p:spPr>
          <a:xfrm>
            <a:off x="1108627" y="2091836"/>
            <a:ext cx="19860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7" name="Google Shape;177;p27"/>
          <p:cNvSpPr txBox="1">
            <a:spLocks noGrp="1"/>
          </p:cNvSpPr>
          <p:nvPr>
            <p:ph type="subTitle" idx="2"/>
          </p:nvPr>
        </p:nvSpPr>
        <p:spPr>
          <a:xfrm>
            <a:off x="3579000" y="2091836"/>
            <a:ext cx="19860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8" name="Google Shape;178;p27"/>
          <p:cNvSpPr txBox="1">
            <a:spLocks noGrp="1"/>
          </p:cNvSpPr>
          <p:nvPr>
            <p:ph type="subTitle" idx="3"/>
          </p:nvPr>
        </p:nvSpPr>
        <p:spPr>
          <a:xfrm>
            <a:off x="1108627" y="3423350"/>
            <a:ext cx="19860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9" name="Google Shape;179;p27"/>
          <p:cNvSpPr txBox="1">
            <a:spLocks noGrp="1"/>
          </p:cNvSpPr>
          <p:nvPr>
            <p:ph type="subTitle" idx="4"/>
          </p:nvPr>
        </p:nvSpPr>
        <p:spPr>
          <a:xfrm>
            <a:off x="3579000" y="3423350"/>
            <a:ext cx="19860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0" name="Google Shape;180;p27"/>
          <p:cNvSpPr txBox="1">
            <a:spLocks noGrp="1"/>
          </p:cNvSpPr>
          <p:nvPr>
            <p:ph type="subTitle" idx="5"/>
          </p:nvPr>
        </p:nvSpPr>
        <p:spPr>
          <a:xfrm>
            <a:off x="6049373" y="2091836"/>
            <a:ext cx="19860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1" name="Google Shape;181;p27"/>
          <p:cNvSpPr txBox="1">
            <a:spLocks noGrp="1"/>
          </p:cNvSpPr>
          <p:nvPr>
            <p:ph type="subTitle" idx="6"/>
          </p:nvPr>
        </p:nvSpPr>
        <p:spPr>
          <a:xfrm>
            <a:off x="6049373" y="3423350"/>
            <a:ext cx="19860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2" name="Google Shape;182;p27"/>
          <p:cNvSpPr txBox="1">
            <a:spLocks noGrp="1"/>
          </p:cNvSpPr>
          <p:nvPr>
            <p:ph type="subTitle" idx="7"/>
          </p:nvPr>
        </p:nvSpPr>
        <p:spPr>
          <a:xfrm>
            <a:off x="1109527" y="1659658"/>
            <a:ext cx="19842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solidFill>
                  <a:schemeClr val="dk1"/>
                </a:solidFill>
                <a:latin typeface="Coda"/>
                <a:ea typeface="Coda"/>
                <a:cs typeface="Coda"/>
                <a:sym typeface="Coda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9pPr>
          </a:lstStyle>
          <a:p>
            <a:endParaRPr/>
          </a:p>
        </p:txBody>
      </p:sp>
      <p:sp>
        <p:nvSpPr>
          <p:cNvPr id="183" name="Google Shape;183;p27"/>
          <p:cNvSpPr txBox="1">
            <a:spLocks noGrp="1"/>
          </p:cNvSpPr>
          <p:nvPr>
            <p:ph type="subTitle" idx="8"/>
          </p:nvPr>
        </p:nvSpPr>
        <p:spPr>
          <a:xfrm>
            <a:off x="3579900" y="1659658"/>
            <a:ext cx="19842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solidFill>
                  <a:schemeClr val="dk1"/>
                </a:solidFill>
                <a:latin typeface="Coda"/>
                <a:ea typeface="Coda"/>
                <a:cs typeface="Coda"/>
                <a:sym typeface="Coda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9pPr>
          </a:lstStyle>
          <a:p>
            <a:endParaRPr/>
          </a:p>
        </p:txBody>
      </p:sp>
      <p:sp>
        <p:nvSpPr>
          <p:cNvPr id="184" name="Google Shape;184;p27"/>
          <p:cNvSpPr txBox="1">
            <a:spLocks noGrp="1"/>
          </p:cNvSpPr>
          <p:nvPr>
            <p:ph type="subTitle" idx="9"/>
          </p:nvPr>
        </p:nvSpPr>
        <p:spPr>
          <a:xfrm>
            <a:off x="6050273" y="1659658"/>
            <a:ext cx="19842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solidFill>
                  <a:schemeClr val="dk1"/>
                </a:solidFill>
                <a:latin typeface="Coda"/>
                <a:ea typeface="Coda"/>
                <a:cs typeface="Coda"/>
                <a:sym typeface="Coda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9pPr>
          </a:lstStyle>
          <a:p>
            <a:endParaRPr/>
          </a:p>
        </p:txBody>
      </p:sp>
      <p:sp>
        <p:nvSpPr>
          <p:cNvPr id="185" name="Google Shape;185;p27"/>
          <p:cNvSpPr txBox="1">
            <a:spLocks noGrp="1"/>
          </p:cNvSpPr>
          <p:nvPr>
            <p:ph type="subTitle" idx="13"/>
          </p:nvPr>
        </p:nvSpPr>
        <p:spPr>
          <a:xfrm>
            <a:off x="1109527" y="2991148"/>
            <a:ext cx="19842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solidFill>
                  <a:schemeClr val="dk1"/>
                </a:solidFill>
                <a:latin typeface="Coda"/>
                <a:ea typeface="Coda"/>
                <a:cs typeface="Coda"/>
                <a:sym typeface="Coda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9pPr>
          </a:lstStyle>
          <a:p>
            <a:endParaRPr/>
          </a:p>
        </p:txBody>
      </p:sp>
      <p:sp>
        <p:nvSpPr>
          <p:cNvPr id="186" name="Google Shape;186;p27"/>
          <p:cNvSpPr txBox="1">
            <a:spLocks noGrp="1"/>
          </p:cNvSpPr>
          <p:nvPr>
            <p:ph type="subTitle" idx="14"/>
          </p:nvPr>
        </p:nvSpPr>
        <p:spPr>
          <a:xfrm>
            <a:off x="3579900" y="2991148"/>
            <a:ext cx="19842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solidFill>
                  <a:schemeClr val="dk1"/>
                </a:solidFill>
                <a:latin typeface="Coda"/>
                <a:ea typeface="Coda"/>
                <a:cs typeface="Coda"/>
                <a:sym typeface="Coda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9pPr>
          </a:lstStyle>
          <a:p>
            <a:endParaRPr/>
          </a:p>
        </p:txBody>
      </p:sp>
      <p:sp>
        <p:nvSpPr>
          <p:cNvPr id="187" name="Google Shape;187;p27"/>
          <p:cNvSpPr txBox="1">
            <a:spLocks noGrp="1"/>
          </p:cNvSpPr>
          <p:nvPr>
            <p:ph type="subTitle" idx="15"/>
          </p:nvPr>
        </p:nvSpPr>
        <p:spPr>
          <a:xfrm>
            <a:off x="6050273" y="2991148"/>
            <a:ext cx="19842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solidFill>
                  <a:schemeClr val="dk1"/>
                </a:solidFill>
                <a:latin typeface="Coda"/>
                <a:ea typeface="Coda"/>
                <a:cs typeface="Coda"/>
                <a:sym typeface="Coda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da"/>
              <a:buNone/>
              <a:defRPr sz="2400">
                <a:latin typeface="Coda"/>
                <a:ea typeface="Coda"/>
                <a:cs typeface="Coda"/>
                <a:sym typeface="Coda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CUSTOM_8"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8"/>
          <p:cNvSpPr txBox="1">
            <a:spLocks noGrp="1"/>
          </p:cNvSpPr>
          <p:nvPr>
            <p:ph type="title" hasCustomPrompt="1"/>
          </p:nvPr>
        </p:nvSpPr>
        <p:spPr>
          <a:xfrm>
            <a:off x="3014700" y="613734"/>
            <a:ext cx="4696800" cy="76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None/>
              <a:defRPr sz="45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None/>
              <a:defRPr sz="6000">
                <a:solidFill>
                  <a:schemeClr val="l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None/>
              <a:defRPr sz="6000">
                <a:solidFill>
                  <a:schemeClr val="l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None/>
              <a:defRPr sz="6000">
                <a:solidFill>
                  <a:schemeClr val="l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None/>
              <a:defRPr sz="6000">
                <a:solidFill>
                  <a:schemeClr val="l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None/>
              <a:defRPr sz="6000">
                <a:solidFill>
                  <a:schemeClr val="l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None/>
              <a:defRPr sz="6000">
                <a:solidFill>
                  <a:schemeClr val="l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None/>
              <a:defRPr sz="6000">
                <a:solidFill>
                  <a:schemeClr val="l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None/>
              <a:defRPr sz="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90" name="Google Shape;190;p28"/>
          <p:cNvSpPr txBox="1">
            <a:spLocks noGrp="1"/>
          </p:cNvSpPr>
          <p:nvPr>
            <p:ph type="subTitle" idx="1"/>
          </p:nvPr>
        </p:nvSpPr>
        <p:spPr>
          <a:xfrm>
            <a:off x="3014700" y="1226454"/>
            <a:ext cx="4696800" cy="59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>
                <a:solidFill>
                  <a:schemeClr val="dk1"/>
                </a:solidFill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91" name="Google Shape;191;p28"/>
          <p:cNvSpPr txBox="1">
            <a:spLocks noGrp="1"/>
          </p:cNvSpPr>
          <p:nvPr>
            <p:ph type="title" idx="2" hasCustomPrompt="1"/>
          </p:nvPr>
        </p:nvSpPr>
        <p:spPr>
          <a:xfrm>
            <a:off x="3014700" y="1965990"/>
            <a:ext cx="4696800" cy="76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None/>
              <a:defRPr sz="45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None/>
              <a:defRPr sz="6000">
                <a:solidFill>
                  <a:schemeClr val="l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None/>
              <a:defRPr sz="6000">
                <a:solidFill>
                  <a:schemeClr val="l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None/>
              <a:defRPr sz="6000">
                <a:solidFill>
                  <a:schemeClr val="l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None/>
              <a:defRPr sz="6000">
                <a:solidFill>
                  <a:schemeClr val="l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None/>
              <a:defRPr sz="6000">
                <a:solidFill>
                  <a:schemeClr val="l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None/>
              <a:defRPr sz="6000">
                <a:solidFill>
                  <a:schemeClr val="l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None/>
              <a:defRPr sz="6000">
                <a:solidFill>
                  <a:schemeClr val="l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None/>
              <a:defRPr sz="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92" name="Google Shape;192;p28"/>
          <p:cNvSpPr txBox="1">
            <a:spLocks noGrp="1"/>
          </p:cNvSpPr>
          <p:nvPr>
            <p:ph type="subTitle" idx="3"/>
          </p:nvPr>
        </p:nvSpPr>
        <p:spPr>
          <a:xfrm>
            <a:off x="3014700" y="2578710"/>
            <a:ext cx="4696800" cy="59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>
                <a:solidFill>
                  <a:schemeClr val="dk1"/>
                </a:solidFill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93" name="Google Shape;193;p28"/>
          <p:cNvSpPr txBox="1">
            <a:spLocks noGrp="1"/>
          </p:cNvSpPr>
          <p:nvPr>
            <p:ph type="title" idx="4" hasCustomPrompt="1"/>
          </p:nvPr>
        </p:nvSpPr>
        <p:spPr>
          <a:xfrm>
            <a:off x="3014700" y="3318246"/>
            <a:ext cx="4696800" cy="76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None/>
              <a:defRPr sz="45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None/>
              <a:defRPr sz="6000">
                <a:solidFill>
                  <a:schemeClr val="l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None/>
              <a:defRPr sz="6000">
                <a:solidFill>
                  <a:schemeClr val="l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None/>
              <a:defRPr sz="6000">
                <a:solidFill>
                  <a:schemeClr val="l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None/>
              <a:defRPr sz="6000">
                <a:solidFill>
                  <a:schemeClr val="l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None/>
              <a:defRPr sz="6000">
                <a:solidFill>
                  <a:schemeClr val="l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None/>
              <a:defRPr sz="6000">
                <a:solidFill>
                  <a:schemeClr val="l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None/>
              <a:defRPr sz="6000">
                <a:solidFill>
                  <a:schemeClr val="l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None/>
              <a:defRPr sz="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94" name="Google Shape;194;p28"/>
          <p:cNvSpPr txBox="1">
            <a:spLocks noGrp="1"/>
          </p:cNvSpPr>
          <p:nvPr>
            <p:ph type="subTitle" idx="5"/>
          </p:nvPr>
        </p:nvSpPr>
        <p:spPr>
          <a:xfrm>
            <a:off x="3014700" y="3930966"/>
            <a:ext cx="4696800" cy="59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>
                <a:solidFill>
                  <a:schemeClr val="dk1"/>
                </a:solidFill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pic>
        <p:nvPicPr>
          <p:cNvPr id="195" name="Google Shape;195;p28"/>
          <p:cNvPicPr preferRelativeResize="0"/>
          <p:nvPr/>
        </p:nvPicPr>
        <p:blipFill rotWithShape="1">
          <a:blip r:embed="rId2">
            <a:alphaModFix/>
          </a:blip>
          <a:srcRect l="30221" t="30225" r="30383" b="30225"/>
          <a:stretch/>
        </p:blipFill>
        <p:spPr>
          <a:xfrm rot="5400000">
            <a:off x="-850850" y="851500"/>
            <a:ext cx="5142200" cy="344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3_1"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9"/>
          <p:cNvSpPr txBox="1">
            <a:spLocks noGrp="1"/>
          </p:cNvSpPr>
          <p:nvPr>
            <p:ph type="title"/>
          </p:nvPr>
        </p:nvSpPr>
        <p:spPr>
          <a:xfrm>
            <a:off x="2099094" y="539500"/>
            <a:ext cx="4945800" cy="1058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98" name="Google Shape;198;p29"/>
          <p:cNvSpPr txBox="1">
            <a:spLocks noGrp="1"/>
          </p:cNvSpPr>
          <p:nvPr>
            <p:ph type="subTitle" idx="1"/>
          </p:nvPr>
        </p:nvSpPr>
        <p:spPr>
          <a:xfrm>
            <a:off x="2099108" y="1513050"/>
            <a:ext cx="4945800" cy="124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99" name="Google Shape;199;p29"/>
          <p:cNvPicPr preferRelativeResize="0"/>
          <p:nvPr/>
        </p:nvPicPr>
        <p:blipFill rotWithShape="1">
          <a:blip r:embed="rId2">
            <a:alphaModFix/>
          </a:blip>
          <a:srcRect t="36350" b="47482"/>
          <a:stretch/>
        </p:blipFill>
        <p:spPr>
          <a:xfrm>
            <a:off x="0" y="4158150"/>
            <a:ext cx="9144003" cy="985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 flipH="1">
            <a:off x="4014725" y="25825"/>
            <a:ext cx="1134599" cy="916405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29"/>
          <p:cNvSpPr txBox="1"/>
          <p:nvPr/>
        </p:nvSpPr>
        <p:spPr>
          <a:xfrm>
            <a:off x="2099092" y="2751591"/>
            <a:ext cx="4945800" cy="5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oda"/>
                <a:ea typeface="Coda"/>
                <a:cs typeface="Coda"/>
                <a:sym typeface="Coda"/>
              </a:rPr>
              <a:t>CREDITS: This presentation template was created by </a:t>
            </a:r>
            <a:r>
              <a:rPr lang="en" sz="1200" u="sng">
                <a:solidFill>
                  <a:schemeClr val="dk1"/>
                </a:solidFill>
                <a:latin typeface="Coda"/>
                <a:ea typeface="Coda"/>
                <a:cs typeface="Coda"/>
                <a:sym typeface="Coda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dk1"/>
                </a:solidFill>
                <a:latin typeface="Coda"/>
                <a:ea typeface="Coda"/>
                <a:cs typeface="Coda"/>
                <a:sym typeface="Coda"/>
              </a:rPr>
              <a:t>, and includes icons by </a:t>
            </a:r>
            <a:r>
              <a:rPr lang="en" sz="1200" u="sng">
                <a:solidFill>
                  <a:schemeClr val="dk1"/>
                </a:solidFill>
                <a:latin typeface="Coda"/>
                <a:ea typeface="Coda"/>
                <a:cs typeface="Coda"/>
                <a:sym typeface="Coda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dk1"/>
                </a:solidFill>
                <a:latin typeface="Coda"/>
                <a:ea typeface="Coda"/>
                <a:cs typeface="Coda"/>
                <a:sym typeface="Coda"/>
              </a:rPr>
              <a:t>, and infographics &amp; images by </a:t>
            </a:r>
            <a:r>
              <a:rPr lang="en" sz="1200" u="sng">
                <a:solidFill>
                  <a:schemeClr val="dk1"/>
                </a:solidFill>
                <a:latin typeface="Coda"/>
                <a:ea typeface="Coda"/>
                <a:cs typeface="Coda"/>
                <a:sym typeface="Coda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1200" u="sng">
              <a:solidFill>
                <a:schemeClr val="dk1"/>
              </a:solidFill>
              <a:latin typeface="Coda"/>
              <a:ea typeface="Coda"/>
              <a:cs typeface="Coda"/>
              <a:sym typeface="Coda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3" name="Google Shape;203;p30"/>
          <p:cNvPicPr preferRelativeResize="0"/>
          <p:nvPr/>
        </p:nvPicPr>
        <p:blipFill rotWithShape="1">
          <a:blip r:embed="rId2">
            <a:alphaModFix/>
          </a:blip>
          <a:srcRect l="17495" t="37142" r="26807" b="-21538"/>
          <a:stretch/>
        </p:blipFill>
        <p:spPr>
          <a:xfrm>
            <a:off x="0" y="0"/>
            <a:ext cx="5093125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" name="Google Shape;205;p31"/>
          <p:cNvGrpSpPr/>
          <p:nvPr/>
        </p:nvGrpSpPr>
        <p:grpSpPr>
          <a:xfrm>
            <a:off x="5018673" y="0"/>
            <a:ext cx="4125326" cy="5143501"/>
            <a:chOff x="5018673" y="0"/>
            <a:chExt cx="4125326" cy="5143501"/>
          </a:xfrm>
        </p:grpSpPr>
        <p:pic>
          <p:nvPicPr>
            <p:cNvPr id="206" name="Google Shape;206;p31"/>
            <p:cNvPicPr preferRelativeResize="0"/>
            <p:nvPr/>
          </p:nvPicPr>
          <p:blipFill rotWithShape="1">
            <a:blip r:embed="rId2">
              <a:alphaModFix/>
            </a:blip>
            <a:srcRect r="70806"/>
            <a:stretch/>
          </p:blipFill>
          <p:spPr>
            <a:xfrm>
              <a:off x="6891025" y="0"/>
              <a:ext cx="2252974" cy="51435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7" name="Google Shape;207;p3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flipH="1">
              <a:off x="5018673" y="0"/>
              <a:ext cx="3659254" cy="5143499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oda"/>
              <a:buNone/>
              <a:defRPr sz="3500">
                <a:solidFill>
                  <a:schemeClr val="dk1"/>
                </a:solidFill>
                <a:latin typeface="Coda"/>
                <a:ea typeface="Coda"/>
                <a:cs typeface="Coda"/>
                <a:sym typeface="Cod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oda"/>
              <a:buNone/>
              <a:defRPr sz="3500" b="1">
                <a:solidFill>
                  <a:schemeClr val="dk1"/>
                </a:solidFill>
                <a:latin typeface="Coda"/>
                <a:ea typeface="Coda"/>
                <a:cs typeface="Coda"/>
                <a:sym typeface="Cod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oda"/>
              <a:buNone/>
              <a:defRPr sz="3500" b="1">
                <a:solidFill>
                  <a:schemeClr val="dk1"/>
                </a:solidFill>
                <a:latin typeface="Coda"/>
                <a:ea typeface="Coda"/>
                <a:cs typeface="Coda"/>
                <a:sym typeface="Cod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oda"/>
              <a:buNone/>
              <a:defRPr sz="3500" b="1">
                <a:solidFill>
                  <a:schemeClr val="dk1"/>
                </a:solidFill>
                <a:latin typeface="Coda"/>
                <a:ea typeface="Coda"/>
                <a:cs typeface="Coda"/>
                <a:sym typeface="Cod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oda"/>
              <a:buNone/>
              <a:defRPr sz="3500" b="1">
                <a:solidFill>
                  <a:schemeClr val="dk1"/>
                </a:solidFill>
                <a:latin typeface="Coda"/>
                <a:ea typeface="Coda"/>
                <a:cs typeface="Coda"/>
                <a:sym typeface="Cod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oda"/>
              <a:buNone/>
              <a:defRPr sz="3500" b="1">
                <a:solidFill>
                  <a:schemeClr val="dk1"/>
                </a:solidFill>
                <a:latin typeface="Coda"/>
                <a:ea typeface="Coda"/>
                <a:cs typeface="Coda"/>
                <a:sym typeface="Cod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oda"/>
              <a:buNone/>
              <a:defRPr sz="3500" b="1">
                <a:solidFill>
                  <a:schemeClr val="dk1"/>
                </a:solidFill>
                <a:latin typeface="Coda"/>
                <a:ea typeface="Coda"/>
                <a:cs typeface="Coda"/>
                <a:sym typeface="Cod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oda"/>
              <a:buNone/>
              <a:defRPr sz="3500" b="1">
                <a:solidFill>
                  <a:schemeClr val="dk1"/>
                </a:solidFill>
                <a:latin typeface="Coda"/>
                <a:ea typeface="Coda"/>
                <a:cs typeface="Coda"/>
                <a:sym typeface="Cod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oda"/>
              <a:buNone/>
              <a:defRPr sz="3500" b="1">
                <a:solidFill>
                  <a:schemeClr val="dk1"/>
                </a:solidFill>
                <a:latin typeface="Coda"/>
                <a:ea typeface="Coda"/>
                <a:cs typeface="Coda"/>
                <a:sym typeface="Coda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●"/>
              <a:defRPr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○"/>
              <a:defRPr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■"/>
              <a:defRPr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●"/>
              <a:defRPr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○"/>
              <a:defRPr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■"/>
              <a:defRPr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●"/>
              <a:defRPr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○"/>
              <a:defRPr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■"/>
              <a:defRPr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3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3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2"/>
          <p:cNvSpPr txBox="1">
            <a:spLocks noGrp="1"/>
          </p:cNvSpPr>
          <p:nvPr>
            <p:ph type="ctrTitle"/>
          </p:nvPr>
        </p:nvSpPr>
        <p:spPr>
          <a:xfrm>
            <a:off x="3318475" y="1986350"/>
            <a:ext cx="5112300" cy="2182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700"/>
              <a:t>De Qubits a Moléculas: QML y simulación cuántica aplicadas a la anemia</a:t>
            </a:r>
            <a:endParaRPr sz="3700"/>
          </a:p>
        </p:txBody>
      </p:sp>
      <p:sp>
        <p:nvSpPr>
          <p:cNvPr id="213" name="Google Shape;213;p32"/>
          <p:cNvSpPr txBox="1">
            <a:spLocks noGrp="1"/>
          </p:cNvSpPr>
          <p:nvPr>
            <p:ph type="subTitle" idx="1"/>
          </p:nvPr>
        </p:nvSpPr>
        <p:spPr>
          <a:xfrm>
            <a:off x="3595675" y="4168550"/>
            <a:ext cx="48351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Computación cuántica aplicada a un escenario medico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3"/>
          <p:cNvSpPr txBox="1">
            <a:spLocks noGrp="1"/>
          </p:cNvSpPr>
          <p:nvPr>
            <p:ph type="title" idx="4294967295"/>
          </p:nvPr>
        </p:nvSpPr>
        <p:spPr>
          <a:xfrm>
            <a:off x="1611675" y="39065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¿Por qué computación Cuántica?</a:t>
            </a:r>
            <a:endParaRPr/>
          </a:p>
        </p:txBody>
      </p:sp>
      <p:sp>
        <p:nvSpPr>
          <p:cNvPr id="219" name="Google Shape;219;p33"/>
          <p:cNvSpPr txBox="1">
            <a:spLocks noGrp="1"/>
          </p:cNvSpPr>
          <p:nvPr>
            <p:ph type="body" idx="4294967295"/>
          </p:nvPr>
        </p:nvSpPr>
        <p:spPr>
          <a:xfrm>
            <a:off x="2257000" y="1421501"/>
            <a:ext cx="4377600" cy="304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dirty="0"/>
              <a:t>Es la dirección en la que se mueve la industria. 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 dirty="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dirty="0"/>
              <a:t>Baja la barrera de entrada a la computación cuántica. 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 dirty="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dirty="0"/>
              <a:t>Conexión con la IA</a:t>
            </a:r>
            <a:endParaRPr dirty="0"/>
          </a:p>
        </p:txBody>
      </p:sp>
      <p:pic>
        <p:nvPicPr>
          <p:cNvPr id="220" name="Google Shape;220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83650" y="3484400"/>
            <a:ext cx="2614026" cy="1470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4"/>
          <p:cNvSpPr txBox="1">
            <a:spLocks noGrp="1"/>
          </p:cNvSpPr>
          <p:nvPr>
            <p:ph type="title"/>
          </p:nvPr>
        </p:nvSpPr>
        <p:spPr>
          <a:xfrm>
            <a:off x="716450" y="1068151"/>
            <a:ext cx="5518800" cy="2168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Aprendiendo de Computación cuántica mientras construimos un modelo sobre la molécula de Hierro</a:t>
            </a:r>
            <a:endParaRPr sz="2800"/>
          </a:p>
        </p:txBody>
      </p:sp>
      <p:sp>
        <p:nvSpPr>
          <p:cNvPr id="226" name="Google Shape;226;p34"/>
          <p:cNvSpPr txBox="1">
            <a:spLocks noGrp="1"/>
          </p:cNvSpPr>
          <p:nvPr>
            <p:ph type="subTitle" idx="1"/>
          </p:nvPr>
        </p:nvSpPr>
        <p:spPr>
          <a:xfrm>
            <a:off x="1102425" y="3564663"/>
            <a:ext cx="3928500" cy="37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Clasificación y simulación de la anemia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 anemia no es una sola enfermedad</a:t>
            </a:r>
            <a:endParaRPr/>
          </a:p>
        </p:txBody>
      </p:sp>
      <p:sp>
        <p:nvSpPr>
          <p:cNvPr id="232" name="Google Shape;232;p35"/>
          <p:cNvSpPr txBox="1">
            <a:spLocks noGrp="1"/>
          </p:cNvSpPr>
          <p:nvPr>
            <p:ph type="subTitle" idx="1"/>
          </p:nvPr>
        </p:nvSpPr>
        <p:spPr>
          <a:xfrm>
            <a:off x="2891500" y="1906600"/>
            <a:ext cx="2581200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 b en disminución y VCM pequeños y pálidos - falta de hierro </a:t>
            </a:r>
            <a:endParaRPr/>
          </a:p>
        </p:txBody>
      </p:sp>
      <p:sp>
        <p:nvSpPr>
          <p:cNvPr id="233" name="Google Shape;233;p35"/>
          <p:cNvSpPr txBox="1">
            <a:spLocks noGrp="1"/>
          </p:cNvSpPr>
          <p:nvPr>
            <p:ph type="subTitle" idx="2"/>
          </p:nvPr>
        </p:nvSpPr>
        <p:spPr>
          <a:xfrm>
            <a:off x="5657082" y="1906600"/>
            <a:ext cx="3361500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/>
              <a:t>h b en disminución y VCM pequeños y pálidos  -  Cadenas α/β desbalanceadas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" name="Google Shape;234;p35"/>
          <p:cNvSpPr txBox="1">
            <a:spLocks noGrp="1"/>
          </p:cNvSpPr>
          <p:nvPr>
            <p:ph type="subTitle" idx="3"/>
          </p:nvPr>
        </p:nvSpPr>
        <p:spPr>
          <a:xfrm>
            <a:off x="1508722" y="3244675"/>
            <a:ext cx="2499600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hb en disminución y VCM tamaño anormal y prematuro - Déficit de B12 o folato</a:t>
            </a:r>
            <a:endParaRPr/>
          </a:p>
        </p:txBody>
      </p:sp>
      <p:sp>
        <p:nvSpPr>
          <p:cNvPr id="235" name="Google Shape;235;p35"/>
          <p:cNvSpPr txBox="1">
            <a:spLocks noGrp="1"/>
          </p:cNvSpPr>
          <p:nvPr>
            <p:ph type="subTitle" idx="4"/>
          </p:nvPr>
        </p:nvSpPr>
        <p:spPr>
          <a:xfrm>
            <a:off x="4274302" y="3244675"/>
            <a:ext cx="2300100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/>
              <a:t>h b y VCM  normales sin embargo es una mutación Glu6Val en la cadena β</a:t>
            </a:r>
            <a:endParaRPr/>
          </a:p>
        </p:txBody>
      </p:sp>
      <p:sp>
        <p:nvSpPr>
          <p:cNvPr id="236" name="Google Shape;236;p35"/>
          <p:cNvSpPr txBox="1">
            <a:spLocks noGrp="1"/>
          </p:cNvSpPr>
          <p:nvPr>
            <p:ph type="subTitle" idx="5"/>
          </p:nvPr>
        </p:nvSpPr>
        <p:spPr>
          <a:xfrm>
            <a:off x="2891511" y="1470375"/>
            <a:ext cx="1978200" cy="505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Ferropenica</a:t>
            </a:r>
            <a:endParaRPr/>
          </a:p>
        </p:txBody>
      </p:sp>
      <p:sp>
        <p:nvSpPr>
          <p:cNvPr id="237" name="Google Shape;237;p35"/>
          <p:cNvSpPr txBox="1">
            <a:spLocks noGrp="1"/>
          </p:cNvSpPr>
          <p:nvPr>
            <p:ph type="subTitle" idx="6"/>
          </p:nvPr>
        </p:nvSpPr>
        <p:spPr>
          <a:xfrm>
            <a:off x="1508723" y="2808550"/>
            <a:ext cx="2390700" cy="43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Megaloblastica</a:t>
            </a:r>
            <a:endParaRPr/>
          </a:p>
        </p:txBody>
      </p:sp>
      <p:sp>
        <p:nvSpPr>
          <p:cNvPr id="238" name="Google Shape;238;p35"/>
          <p:cNvSpPr txBox="1">
            <a:spLocks noGrp="1"/>
          </p:cNvSpPr>
          <p:nvPr>
            <p:ph type="subTitle" idx="7"/>
          </p:nvPr>
        </p:nvSpPr>
        <p:spPr>
          <a:xfrm>
            <a:off x="5657061" y="1470375"/>
            <a:ext cx="1978200" cy="505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Talasemia</a:t>
            </a:r>
            <a:endParaRPr/>
          </a:p>
        </p:txBody>
      </p:sp>
      <p:sp>
        <p:nvSpPr>
          <p:cNvPr id="239" name="Google Shape;239;p35"/>
          <p:cNvSpPr txBox="1">
            <a:spLocks noGrp="1"/>
          </p:cNvSpPr>
          <p:nvPr>
            <p:ph type="subTitle" idx="8"/>
          </p:nvPr>
        </p:nvSpPr>
        <p:spPr>
          <a:xfrm>
            <a:off x="4274286" y="2808550"/>
            <a:ext cx="1978200" cy="505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Falciforme</a:t>
            </a:r>
            <a:endParaRPr/>
          </a:p>
        </p:txBody>
      </p:sp>
      <p:pic>
        <p:nvPicPr>
          <p:cNvPr id="240" name="Google Shape;240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0000" y="1305050"/>
            <a:ext cx="1800500" cy="1350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64798" y="2655428"/>
            <a:ext cx="2027964" cy="13503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Puertas Cuánticas</a:t>
            </a:r>
            <a:endParaRPr/>
          </a:p>
        </p:txBody>
      </p:sp>
      <p:sp>
        <p:nvSpPr>
          <p:cNvPr id="247" name="Google Shape;247;p36"/>
          <p:cNvSpPr txBox="1">
            <a:spLocks noGrp="1"/>
          </p:cNvSpPr>
          <p:nvPr>
            <p:ph type="subTitle" idx="2"/>
          </p:nvPr>
        </p:nvSpPr>
        <p:spPr>
          <a:xfrm>
            <a:off x="1735875" y="4541325"/>
            <a:ext cx="6774600" cy="4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El algoritmo híbrido: circuito parametrizado + optimizador clásico (era NISQ).</a:t>
            </a:r>
            <a:endParaRPr/>
          </a:p>
        </p:txBody>
      </p:sp>
      <p:pic>
        <p:nvPicPr>
          <p:cNvPr id="248" name="Google Shape;248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66413" y="1170125"/>
            <a:ext cx="5150080" cy="3218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3" name="Google Shape;253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84825" y="1799687"/>
            <a:ext cx="3348150" cy="1544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15400" y="1799675"/>
            <a:ext cx="3393200" cy="1490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Cuello de botella clásico</a:t>
            </a:r>
            <a:endParaRPr/>
          </a:p>
        </p:txBody>
      </p:sp>
      <p:sp>
        <p:nvSpPr>
          <p:cNvPr id="260" name="Google Shape;260;p38"/>
          <p:cNvSpPr txBox="1">
            <a:spLocks noGrp="1"/>
          </p:cNvSpPr>
          <p:nvPr>
            <p:ph type="subTitle" idx="1"/>
          </p:nvPr>
        </p:nvSpPr>
        <p:spPr>
          <a:xfrm>
            <a:off x="5181725" y="3099625"/>
            <a:ext cx="2586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Proyectar los datos a un espacio de Hilbert de dimensión 2ⁿ.</a:t>
            </a:r>
            <a:endParaRPr/>
          </a:p>
        </p:txBody>
      </p:sp>
      <p:sp>
        <p:nvSpPr>
          <p:cNvPr id="261" name="Google Shape;261;p38"/>
          <p:cNvSpPr txBox="1">
            <a:spLocks noGrp="1"/>
          </p:cNvSpPr>
          <p:nvPr>
            <p:ph type="subTitle" idx="2"/>
          </p:nvPr>
        </p:nvSpPr>
        <p:spPr>
          <a:xfrm>
            <a:off x="1375350" y="2261425"/>
            <a:ext cx="2586900" cy="117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Funciona muy bien, pero sufre con datos de muy alta dimensión.</a:t>
            </a:r>
            <a:endParaRPr/>
          </a:p>
        </p:txBody>
      </p:sp>
      <p:sp>
        <p:nvSpPr>
          <p:cNvPr id="262" name="Google Shape;262;p38"/>
          <p:cNvSpPr txBox="1">
            <a:spLocks noGrp="1"/>
          </p:cNvSpPr>
          <p:nvPr>
            <p:ph type="subTitle" idx="3"/>
          </p:nvPr>
        </p:nvSpPr>
        <p:spPr>
          <a:xfrm>
            <a:off x="1012270" y="1702525"/>
            <a:ext cx="3806400" cy="55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SVM con kernel RBF</a:t>
            </a:r>
            <a:endParaRPr/>
          </a:p>
        </p:txBody>
      </p:sp>
      <p:sp>
        <p:nvSpPr>
          <p:cNvPr id="263" name="Google Shape;263;p38"/>
          <p:cNvSpPr txBox="1">
            <a:spLocks noGrp="1"/>
          </p:cNvSpPr>
          <p:nvPr>
            <p:ph type="subTitle" idx="4"/>
          </p:nvPr>
        </p:nvSpPr>
        <p:spPr>
          <a:xfrm>
            <a:off x="5012328" y="2570725"/>
            <a:ext cx="3304500" cy="55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Kernel cuántico 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Feature map: de datos a estados cuánticos</a:t>
            </a:r>
            <a:endParaRPr/>
          </a:p>
        </p:txBody>
      </p:sp>
      <p:pic>
        <p:nvPicPr>
          <p:cNvPr id="269" name="Google Shape;269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5625" y="2021388"/>
            <a:ext cx="7704000" cy="838362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31500" y="3360125"/>
            <a:ext cx="5591175" cy="1057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4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/>
              <a:t>Anatomía del VQC: el bucle híbrido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p40"/>
          <p:cNvSpPr txBox="1">
            <a:spLocks noGrp="1"/>
          </p:cNvSpPr>
          <p:nvPr>
            <p:ph type="subTitle" idx="3"/>
          </p:nvPr>
        </p:nvSpPr>
        <p:spPr>
          <a:xfrm>
            <a:off x="872376" y="3639537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Entropía cruzada</a:t>
            </a:r>
            <a:endParaRPr sz="1600"/>
          </a:p>
        </p:txBody>
      </p:sp>
      <p:sp>
        <p:nvSpPr>
          <p:cNvPr id="277" name="Google Shape;277;p40"/>
          <p:cNvSpPr txBox="1">
            <a:spLocks noGrp="1"/>
          </p:cNvSpPr>
          <p:nvPr>
            <p:ph type="subTitle" idx="1"/>
          </p:nvPr>
        </p:nvSpPr>
        <p:spPr>
          <a:xfrm>
            <a:off x="872376" y="2045314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ZFeatureMap o ZZFeatureMap</a:t>
            </a:r>
            <a:endParaRPr/>
          </a:p>
        </p:txBody>
      </p:sp>
      <p:sp>
        <p:nvSpPr>
          <p:cNvPr id="278" name="Google Shape;278;p40"/>
          <p:cNvSpPr txBox="1">
            <a:spLocks noGrp="1"/>
          </p:cNvSpPr>
          <p:nvPr>
            <p:ph type="subTitle" idx="2"/>
          </p:nvPr>
        </p:nvSpPr>
        <p:spPr>
          <a:xfrm>
            <a:off x="3419247" y="2045314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RealAmplitudes o EfficientSU2 (θ)</a:t>
            </a:r>
            <a:endParaRPr/>
          </a:p>
        </p:txBody>
      </p:sp>
      <p:sp>
        <p:nvSpPr>
          <p:cNvPr id="279" name="Google Shape;279;p40"/>
          <p:cNvSpPr txBox="1">
            <a:spLocks noGrp="1"/>
          </p:cNvSpPr>
          <p:nvPr>
            <p:ph type="subTitle" idx="5"/>
          </p:nvPr>
        </p:nvSpPr>
        <p:spPr>
          <a:xfrm>
            <a:off x="5966124" y="2045314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Sampler: probabilidades por clase</a:t>
            </a:r>
            <a:endParaRPr/>
          </a:p>
        </p:txBody>
      </p:sp>
      <p:sp>
        <p:nvSpPr>
          <p:cNvPr id="280" name="Google Shape;280;p40"/>
          <p:cNvSpPr txBox="1">
            <a:spLocks noGrp="1"/>
          </p:cNvSpPr>
          <p:nvPr>
            <p:ph type="subTitle" idx="6"/>
          </p:nvPr>
        </p:nvSpPr>
        <p:spPr>
          <a:xfrm>
            <a:off x="5966124" y="3639537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Nuevos θ y se repite</a:t>
            </a:r>
            <a:endParaRPr/>
          </a:p>
        </p:txBody>
      </p:sp>
      <p:sp>
        <p:nvSpPr>
          <p:cNvPr id="281" name="Google Shape;281;p40"/>
          <p:cNvSpPr txBox="1">
            <a:spLocks noGrp="1"/>
          </p:cNvSpPr>
          <p:nvPr>
            <p:ph type="title" idx="7"/>
          </p:nvPr>
        </p:nvSpPr>
        <p:spPr>
          <a:xfrm>
            <a:off x="1657776" y="1212951"/>
            <a:ext cx="7347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282" name="Google Shape;282;p40"/>
          <p:cNvSpPr txBox="1">
            <a:spLocks noGrp="1"/>
          </p:cNvSpPr>
          <p:nvPr>
            <p:ph type="title" idx="8"/>
          </p:nvPr>
        </p:nvSpPr>
        <p:spPr>
          <a:xfrm>
            <a:off x="1657776" y="2806589"/>
            <a:ext cx="7347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283" name="Google Shape;283;p40"/>
          <p:cNvSpPr txBox="1">
            <a:spLocks noGrp="1"/>
          </p:cNvSpPr>
          <p:nvPr>
            <p:ph type="title" idx="9"/>
          </p:nvPr>
        </p:nvSpPr>
        <p:spPr>
          <a:xfrm>
            <a:off x="4204647" y="1212951"/>
            <a:ext cx="7347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284" name="Google Shape;284;p40"/>
          <p:cNvSpPr txBox="1">
            <a:spLocks noGrp="1"/>
          </p:cNvSpPr>
          <p:nvPr>
            <p:ph type="title" idx="14"/>
          </p:nvPr>
        </p:nvSpPr>
        <p:spPr>
          <a:xfrm>
            <a:off x="6751524" y="1212951"/>
            <a:ext cx="7347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285" name="Google Shape;285;p40"/>
          <p:cNvSpPr txBox="1">
            <a:spLocks noGrp="1"/>
          </p:cNvSpPr>
          <p:nvPr>
            <p:ph type="title" idx="15"/>
          </p:nvPr>
        </p:nvSpPr>
        <p:spPr>
          <a:xfrm>
            <a:off x="6751524" y="2806589"/>
            <a:ext cx="7347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  <p:sp>
        <p:nvSpPr>
          <p:cNvPr id="286" name="Google Shape;286;p40"/>
          <p:cNvSpPr txBox="1">
            <a:spLocks noGrp="1"/>
          </p:cNvSpPr>
          <p:nvPr>
            <p:ph type="subTitle" idx="16"/>
          </p:nvPr>
        </p:nvSpPr>
        <p:spPr>
          <a:xfrm>
            <a:off x="872376" y="1713357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Feature map</a:t>
            </a:r>
            <a:endParaRPr/>
          </a:p>
        </p:txBody>
      </p:sp>
      <p:sp>
        <p:nvSpPr>
          <p:cNvPr id="287" name="Google Shape;287;p40"/>
          <p:cNvSpPr txBox="1">
            <a:spLocks noGrp="1"/>
          </p:cNvSpPr>
          <p:nvPr>
            <p:ph type="subTitle" idx="17"/>
          </p:nvPr>
        </p:nvSpPr>
        <p:spPr>
          <a:xfrm>
            <a:off x="3419247" y="1713357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Ansatz</a:t>
            </a:r>
            <a:endParaRPr/>
          </a:p>
        </p:txBody>
      </p:sp>
      <p:sp>
        <p:nvSpPr>
          <p:cNvPr id="288" name="Google Shape;288;p40"/>
          <p:cNvSpPr txBox="1">
            <a:spLocks noGrp="1"/>
          </p:cNvSpPr>
          <p:nvPr>
            <p:ph type="subTitle" idx="18"/>
          </p:nvPr>
        </p:nvSpPr>
        <p:spPr>
          <a:xfrm>
            <a:off x="5966124" y="1713357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Medición</a:t>
            </a:r>
            <a:endParaRPr/>
          </a:p>
        </p:txBody>
      </p:sp>
      <p:sp>
        <p:nvSpPr>
          <p:cNvPr id="289" name="Google Shape;289;p40"/>
          <p:cNvSpPr txBox="1">
            <a:spLocks noGrp="1"/>
          </p:cNvSpPr>
          <p:nvPr>
            <p:ph type="subTitle" idx="19"/>
          </p:nvPr>
        </p:nvSpPr>
        <p:spPr>
          <a:xfrm>
            <a:off x="872376" y="3307062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Pérdida</a:t>
            </a:r>
            <a:endParaRPr/>
          </a:p>
        </p:txBody>
      </p:sp>
      <p:sp>
        <p:nvSpPr>
          <p:cNvPr id="290" name="Google Shape;290;p40"/>
          <p:cNvSpPr txBox="1">
            <a:spLocks noGrp="1"/>
          </p:cNvSpPr>
          <p:nvPr>
            <p:ph type="subTitle" idx="21"/>
          </p:nvPr>
        </p:nvSpPr>
        <p:spPr>
          <a:xfrm>
            <a:off x="5966124" y="3307062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COBYLA</a:t>
            </a:r>
            <a:endParaRPr/>
          </a:p>
        </p:txBody>
      </p:sp>
      <p:pic>
        <p:nvPicPr>
          <p:cNvPr id="291" name="Google Shape;291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36592" y="2893774"/>
            <a:ext cx="2329536" cy="1543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41"/>
          <p:cNvSpPr txBox="1">
            <a:spLocks noGrp="1"/>
          </p:cNvSpPr>
          <p:nvPr>
            <p:ph type="title"/>
          </p:nvPr>
        </p:nvSpPr>
        <p:spPr>
          <a:xfrm>
            <a:off x="716450" y="1068151"/>
            <a:ext cx="5518800" cy="2168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DEMO 1</a:t>
            </a:r>
            <a:endParaRPr sz="2800"/>
          </a:p>
        </p:txBody>
      </p:sp>
      <p:sp>
        <p:nvSpPr>
          <p:cNvPr id="297" name="Google Shape;297;p41"/>
          <p:cNvSpPr txBox="1">
            <a:spLocks noGrp="1"/>
          </p:cNvSpPr>
          <p:nvPr>
            <p:ph type="subTitle" idx="1"/>
          </p:nvPr>
        </p:nvSpPr>
        <p:spPr>
          <a:xfrm>
            <a:off x="1102425" y="3564663"/>
            <a:ext cx="3928500" cy="37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Diagnóstico con VQC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42"/>
          <p:cNvSpPr txBox="1">
            <a:spLocks noGrp="1"/>
          </p:cNvSpPr>
          <p:nvPr>
            <p:ph type="title"/>
          </p:nvPr>
        </p:nvSpPr>
        <p:spPr>
          <a:xfrm>
            <a:off x="1901775" y="2264276"/>
            <a:ext cx="5518800" cy="87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DEMO 2</a:t>
            </a:r>
            <a:endParaRPr sz="2800"/>
          </a:p>
        </p:txBody>
      </p:sp>
      <p:sp>
        <p:nvSpPr>
          <p:cNvPr id="303" name="Google Shape;303;p42"/>
          <p:cNvSpPr txBox="1">
            <a:spLocks noGrp="1"/>
          </p:cNvSpPr>
          <p:nvPr>
            <p:ph type="subTitle" idx="4294967295"/>
          </p:nvPr>
        </p:nvSpPr>
        <p:spPr>
          <a:xfrm>
            <a:off x="2696925" y="2983813"/>
            <a:ext cx="3928500" cy="37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      VQC vs SVM RBF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4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 anemia a nivel electrónico</a:t>
            </a:r>
            <a:endParaRPr/>
          </a:p>
        </p:txBody>
      </p:sp>
      <p:sp>
        <p:nvSpPr>
          <p:cNvPr id="309" name="Google Shape;309;p43"/>
          <p:cNvSpPr txBox="1"/>
          <p:nvPr/>
        </p:nvSpPr>
        <p:spPr>
          <a:xfrm>
            <a:off x="947538" y="2897126"/>
            <a:ext cx="2175300" cy="91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Buscamos el estado fundamental: la configuración más estable.</a:t>
            </a:r>
            <a:endParaRPr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310" name="Google Shape;310;p43"/>
          <p:cNvSpPr txBox="1"/>
          <p:nvPr/>
        </p:nvSpPr>
        <p:spPr>
          <a:xfrm>
            <a:off x="5295477" y="1760925"/>
            <a:ext cx="3323700" cy="6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Fe²⁺ fija y libera O₂ (cambio de espín).</a:t>
            </a:r>
            <a:endParaRPr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311" name="Google Shape;311;p43"/>
          <p:cNvSpPr txBox="1"/>
          <p:nvPr/>
        </p:nvSpPr>
        <p:spPr>
          <a:xfrm>
            <a:off x="5295477" y="3545025"/>
            <a:ext cx="3420600" cy="6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Química del cobalto en la cobalamina.</a:t>
            </a:r>
            <a:endParaRPr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312" name="Google Shape;312;p43"/>
          <p:cNvSpPr txBox="1"/>
          <p:nvPr/>
        </p:nvSpPr>
        <p:spPr>
          <a:xfrm>
            <a:off x="3875263" y="1760925"/>
            <a:ext cx="1420200" cy="6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latin typeface="Coda"/>
                <a:ea typeface="Coda"/>
                <a:cs typeface="Coda"/>
                <a:sym typeface="Coda"/>
              </a:rPr>
              <a:t>Hemo</a:t>
            </a:r>
            <a:endParaRPr sz="1700">
              <a:solidFill>
                <a:schemeClr val="dk1"/>
              </a:solidFill>
              <a:latin typeface="Coda"/>
              <a:ea typeface="Coda"/>
              <a:cs typeface="Coda"/>
              <a:sym typeface="Coda"/>
            </a:endParaRPr>
          </a:p>
        </p:txBody>
      </p:sp>
      <p:sp>
        <p:nvSpPr>
          <p:cNvPr id="313" name="Google Shape;313;p43"/>
          <p:cNvSpPr txBox="1"/>
          <p:nvPr/>
        </p:nvSpPr>
        <p:spPr>
          <a:xfrm>
            <a:off x="3875263" y="3545025"/>
            <a:ext cx="1420200" cy="6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latin typeface="Coda"/>
                <a:ea typeface="Coda"/>
                <a:cs typeface="Coda"/>
                <a:sym typeface="Coda"/>
              </a:rPr>
              <a:t>Vitamina B12</a:t>
            </a:r>
            <a:endParaRPr sz="1700">
              <a:solidFill>
                <a:schemeClr val="dk1"/>
              </a:solidFill>
              <a:latin typeface="Coda"/>
              <a:ea typeface="Coda"/>
              <a:cs typeface="Coda"/>
              <a:sym typeface="Coda"/>
            </a:endParaRPr>
          </a:p>
        </p:txBody>
      </p:sp>
      <p:cxnSp>
        <p:nvCxnSpPr>
          <p:cNvPr id="314" name="Google Shape;314;p43"/>
          <p:cNvCxnSpPr>
            <a:stCxn id="315" idx="3"/>
            <a:endCxn id="312" idx="1"/>
          </p:cNvCxnSpPr>
          <p:nvPr/>
        </p:nvCxnSpPr>
        <p:spPr>
          <a:xfrm rot="-5400000">
            <a:off x="3040813" y="2172975"/>
            <a:ext cx="916500" cy="752400"/>
          </a:xfrm>
          <a:prstGeom prst="bentConnector2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316" name="Google Shape;316;p43"/>
          <p:cNvCxnSpPr>
            <a:stCxn id="315" idx="3"/>
            <a:endCxn id="313" idx="1"/>
          </p:cNvCxnSpPr>
          <p:nvPr/>
        </p:nvCxnSpPr>
        <p:spPr>
          <a:xfrm rot="-5400000" flipH="1">
            <a:off x="3065263" y="3065025"/>
            <a:ext cx="867600" cy="752400"/>
          </a:xfrm>
          <a:prstGeom prst="bentConnector2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317" name="Google Shape;317;p43"/>
          <p:cNvSpPr txBox="1"/>
          <p:nvPr/>
        </p:nvSpPr>
        <p:spPr>
          <a:xfrm>
            <a:off x="947538" y="1795016"/>
            <a:ext cx="2175300" cy="6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chemeClr val="lt2"/>
                </a:solidFill>
              </a:rPr>
              <a:t>H|ψ₀⟩ = E₀|ψ₀⟩</a:t>
            </a:r>
            <a:r>
              <a:rPr lang="en" sz="100">
                <a:solidFill>
                  <a:schemeClr val="lt2"/>
                </a:solidFill>
              </a:rPr>
              <a:t> </a:t>
            </a:r>
            <a:endParaRPr sz="200">
              <a:solidFill>
                <a:schemeClr val="lt2"/>
              </a:solidFill>
              <a:latin typeface="Coda"/>
              <a:ea typeface="Coda"/>
              <a:cs typeface="Coda"/>
              <a:sym typeface="Coda"/>
            </a:endParaRPr>
          </a:p>
        </p:txBody>
      </p:sp>
      <p:cxnSp>
        <p:nvCxnSpPr>
          <p:cNvPr id="318" name="Google Shape;318;p43"/>
          <p:cNvCxnSpPr>
            <a:stCxn id="317" idx="2"/>
            <a:endCxn id="315" idx="0"/>
          </p:cNvCxnSpPr>
          <p:nvPr/>
        </p:nvCxnSpPr>
        <p:spPr>
          <a:xfrm rot="-5400000" flipH="1">
            <a:off x="1902438" y="2587766"/>
            <a:ext cx="266100" cy="6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319" name="Google Shape;319;p43"/>
          <p:cNvSpPr txBox="1"/>
          <p:nvPr/>
        </p:nvSpPr>
        <p:spPr>
          <a:xfrm>
            <a:off x="1827450" y="4158425"/>
            <a:ext cx="59085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La ferropénica es falta de hierro, no un hemo defectuoso: el hemo es donde esta química se hace visible.</a:t>
            </a:r>
            <a:endParaRPr>
              <a:solidFill>
                <a:schemeClr val="dk2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4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/>
              <a:t>De clasificar a simular: VQE en la molécula</a:t>
            </a:r>
            <a:endParaRPr sz="2900"/>
          </a:p>
        </p:txBody>
      </p:sp>
      <p:pic>
        <p:nvPicPr>
          <p:cNvPr id="325" name="Google Shape;325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278875"/>
            <a:ext cx="8839200" cy="1106082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p44"/>
          <p:cNvSpPr txBox="1"/>
          <p:nvPr/>
        </p:nvSpPr>
        <p:spPr>
          <a:xfrm>
            <a:off x="815550" y="2881650"/>
            <a:ext cx="62658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2"/>
                </a:solidFill>
                <a:latin typeface="Assistant SemiBold"/>
                <a:ea typeface="Assistant SemiBold"/>
                <a:cs typeface="Assistant SemiBold"/>
                <a:sym typeface="Assistant SemiBold"/>
              </a:rPr>
              <a:t>ΔE = E_sintética − E_defectuosa</a:t>
            </a:r>
            <a:endParaRPr sz="2000">
              <a:solidFill>
                <a:schemeClr val="dk2"/>
              </a:solidFill>
              <a:latin typeface="Assistant SemiBold"/>
              <a:ea typeface="Assistant SemiBold"/>
              <a:cs typeface="Assistant SemiBold"/>
              <a:sym typeface="Assistant SemiBold"/>
            </a:endParaRPr>
          </a:p>
        </p:txBody>
      </p:sp>
      <p:sp>
        <p:nvSpPr>
          <p:cNvPr id="327" name="Google Shape;327;p44"/>
          <p:cNvSpPr txBox="1"/>
          <p:nvPr/>
        </p:nvSpPr>
        <p:spPr>
          <a:xfrm>
            <a:off x="943975" y="3579975"/>
            <a:ext cx="4782900" cy="5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50">
                <a:solidFill>
                  <a:srgbClr val="D8DDE6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ΔE &lt; 0: configuración más estable. </a:t>
            </a:r>
            <a:endParaRPr>
              <a:latin typeface="Assistant Medium"/>
              <a:ea typeface="Assistant Medium"/>
              <a:cs typeface="Assistant Medium"/>
              <a:sym typeface="Assistant Medium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45"/>
          <p:cNvSpPr txBox="1">
            <a:spLocks noGrp="1"/>
          </p:cNvSpPr>
          <p:nvPr>
            <p:ph type="title"/>
          </p:nvPr>
        </p:nvSpPr>
        <p:spPr>
          <a:xfrm>
            <a:off x="2135550" y="2523293"/>
            <a:ext cx="4872900" cy="10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500"/>
              <a:t>Demo 3. VQE y ΔE</a:t>
            </a:r>
            <a:endParaRPr sz="45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" name="Google Shape;337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6926" y="758325"/>
            <a:ext cx="3114473" cy="17517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oogle Shape;338;p46"/>
          <p:cNvSpPr txBox="1"/>
          <p:nvPr/>
        </p:nvSpPr>
        <p:spPr>
          <a:xfrm>
            <a:off x="2980513" y="4066950"/>
            <a:ext cx="45366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rgbClr val="2DD4BF"/>
                </a:solidFill>
                <a:latin typeface="Coda"/>
                <a:ea typeface="Coda"/>
                <a:cs typeface="Coda"/>
                <a:sym typeface="Coda"/>
              </a:rPr>
              <a:t>ΔE = [__ Hartree]</a:t>
            </a:r>
            <a:r>
              <a:rPr lang="en" sz="900">
                <a:solidFill>
                  <a:schemeClr val="lt1"/>
                </a:solidFill>
                <a:latin typeface="Coda"/>
                <a:ea typeface="Coda"/>
                <a:cs typeface="Coda"/>
                <a:sym typeface="Coda"/>
              </a:rPr>
              <a:t> </a:t>
            </a:r>
            <a:endParaRPr sz="1200">
              <a:latin typeface="Coda"/>
              <a:ea typeface="Coda"/>
              <a:cs typeface="Coda"/>
              <a:sym typeface="Coda"/>
            </a:endParaRPr>
          </a:p>
        </p:txBody>
      </p:sp>
      <p:pic>
        <p:nvPicPr>
          <p:cNvPr id="339" name="Google Shape;339;p4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91949" y="2882775"/>
            <a:ext cx="3296175" cy="97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0" name="Google Shape;340;p4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145870" y="2846137"/>
            <a:ext cx="3489830" cy="1050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47"/>
          <p:cNvSpPr txBox="1">
            <a:spLocks noGrp="1"/>
          </p:cNvSpPr>
          <p:nvPr>
            <p:ph type="title"/>
          </p:nvPr>
        </p:nvSpPr>
        <p:spPr>
          <a:xfrm>
            <a:off x="3844375" y="1723725"/>
            <a:ext cx="4586400" cy="116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Demo 4</a:t>
            </a:r>
            <a:endParaRPr/>
          </a:p>
        </p:txBody>
      </p:sp>
      <p:sp>
        <p:nvSpPr>
          <p:cNvPr id="346" name="Google Shape;346;p47"/>
          <p:cNvSpPr txBox="1">
            <a:spLocks noGrp="1"/>
          </p:cNvSpPr>
          <p:nvPr>
            <p:ph type="subTitle" idx="1"/>
          </p:nvPr>
        </p:nvSpPr>
        <p:spPr>
          <a:xfrm>
            <a:off x="3844375" y="2922675"/>
            <a:ext cx="4586400" cy="49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Visor Molécular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48"/>
          <p:cNvSpPr txBox="1"/>
          <p:nvPr/>
        </p:nvSpPr>
        <p:spPr>
          <a:xfrm>
            <a:off x="677725" y="876200"/>
            <a:ext cx="7977900" cy="281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accent2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Tres ideas para llevar </a:t>
            </a:r>
            <a:endParaRPr sz="1900">
              <a:solidFill>
                <a:schemeClr val="accent2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900">
              <a:solidFill>
                <a:schemeClr val="accent2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900"/>
              <a:buFont typeface="Assistant Medium"/>
              <a:buAutoNum type="arabicPeriod"/>
            </a:pPr>
            <a:r>
              <a:rPr lang="en" sz="1900">
                <a:solidFill>
                  <a:schemeClr val="accent2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El entrelazamiento como superpoder analítico </a:t>
            </a:r>
            <a:endParaRPr sz="1900">
              <a:solidFill>
                <a:schemeClr val="accent2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900">
              <a:solidFill>
                <a:schemeClr val="accent2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900"/>
              <a:buFont typeface="Assistant Medium"/>
              <a:buAutoNum type="arabicPeriod"/>
            </a:pPr>
            <a:r>
              <a:rPr lang="en" sz="1900">
                <a:solidFill>
                  <a:schemeClr val="accent2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 La era híbrida (NISQ) como puente pragmático Hoy sirven para aprender y prototipar, sin ventaja demostrada </a:t>
            </a:r>
            <a:endParaRPr sz="1900">
              <a:solidFill>
                <a:schemeClr val="accent2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900">
              <a:solidFill>
                <a:schemeClr val="accent2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900"/>
              <a:buFont typeface="Assistant Medium"/>
              <a:buAutoNum type="arabicPeriod"/>
            </a:pPr>
            <a:r>
              <a:rPr lang="en" sz="1900">
                <a:solidFill>
                  <a:schemeClr val="accent2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 De la computación que calcula a la computación que imita a la naturaleza </a:t>
            </a:r>
            <a:endParaRPr sz="1900">
              <a:solidFill>
                <a:schemeClr val="accent2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6" name="Google Shape;356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73975" y="533000"/>
            <a:ext cx="4009413" cy="4838702"/>
          </a:xfrm>
          <a:prstGeom prst="rect">
            <a:avLst/>
          </a:prstGeom>
          <a:noFill/>
          <a:ln>
            <a:noFill/>
          </a:ln>
        </p:spPr>
      </p:pic>
      <p:sp>
        <p:nvSpPr>
          <p:cNvPr id="357" name="Google Shape;357;p49"/>
          <p:cNvSpPr txBox="1"/>
          <p:nvPr/>
        </p:nvSpPr>
        <p:spPr>
          <a:xfrm>
            <a:off x="619825" y="1805125"/>
            <a:ext cx="30000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dk2"/>
                </a:solidFill>
                <a:latin typeface="Assistant Medium"/>
                <a:ea typeface="Assistant Medium"/>
                <a:cs typeface="Assistant Medium"/>
                <a:sym typeface="Assistant Medium"/>
              </a:rPr>
              <a:t>¿Preguntas?</a:t>
            </a:r>
            <a:endParaRPr sz="3200">
              <a:solidFill>
                <a:schemeClr val="dk2"/>
              </a:solidFill>
              <a:latin typeface="Assistant Medium"/>
              <a:ea typeface="Assistant Medium"/>
              <a:cs typeface="Assistant Medium"/>
              <a:sym typeface="Assistant Medium"/>
            </a:endParaRPr>
          </a:p>
        </p:txBody>
      </p:sp>
      <p:sp>
        <p:nvSpPr>
          <p:cNvPr id="358" name="Google Shape;358;p49"/>
          <p:cNvSpPr txBox="1"/>
          <p:nvPr/>
        </p:nvSpPr>
        <p:spPr>
          <a:xfrm>
            <a:off x="391475" y="4480175"/>
            <a:ext cx="51456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lt2"/>
                </a:solidFill>
                <a:latin typeface="Assistant"/>
                <a:ea typeface="Assistant"/>
                <a:cs typeface="Assistant"/>
                <a:sym typeface="Assistant"/>
              </a:rPr>
              <a:t>Gracias · todo el código está en el repositorio</a:t>
            </a:r>
            <a:r>
              <a:rPr lang="en" sz="200">
                <a:solidFill>
                  <a:schemeClr val="lt2"/>
                </a:solidFill>
                <a:latin typeface="Assistant"/>
                <a:ea typeface="Assistant"/>
                <a:cs typeface="Assistant"/>
                <a:sym typeface="Assistant"/>
              </a:rPr>
              <a:t> </a:t>
            </a:r>
            <a:endParaRPr sz="500">
              <a:solidFill>
                <a:schemeClr val="lt2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Quantum Computing Major for College by Slidesgo">
  <a:themeElements>
    <a:clrScheme name="Simple Light">
      <a:dk1>
        <a:srgbClr val="FFFFE9"/>
      </a:dk1>
      <a:lt1>
        <a:srgbClr val="000000"/>
      </a:lt1>
      <a:dk2>
        <a:srgbClr val="D1E6F3"/>
      </a:dk2>
      <a:lt2>
        <a:srgbClr val="E6FFE6"/>
      </a:lt2>
      <a:accent1>
        <a:srgbClr val="BAC8D3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E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415</Words>
  <Application>Microsoft Office PowerPoint</Application>
  <PresentationFormat>Presentación en pantalla (16:9)</PresentationFormat>
  <Paragraphs>74</Paragraphs>
  <Slides>18</Slides>
  <Notes>18</Notes>
  <HiddenSlides>0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18</vt:i4>
      </vt:variant>
    </vt:vector>
  </HeadingPairs>
  <TitlesOfParts>
    <vt:vector size="27" baseType="lpstr">
      <vt:lpstr>Coda</vt:lpstr>
      <vt:lpstr>Assistant SemiBold</vt:lpstr>
      <vt:lpstr>Assistant</vt:lpstr>
      <vt:lpstr>Arial</vt:lpstr>
      <vt:lpstr>Nunito Light</vt:lpstr>
      <vt:lpstr>Lato Light</vt:lpstr>
      <vt:lpstr>Anaheim</vt:lpstr>
      <vt:lpstr>Assistant Medium</vt:lpstr>
      <vt:lpstr>Quantum Computing Major for College by Slidesgo</vt:lpstr>
      <vt:lpstr>De Qubits a Moléculas: QML y simulación cuántica aplicadas a la anemia</vt:lpstr>
      <vt:lpstr>¿Por qué computación Cuántica?</vt:lpstr>
      <vt:lpstr>Aprendiendo de Computación cuántica mientras construimos un modelo sobre la molécula de Hierro</vt:lpstr>
      <vt:lpstr>La anemia no es una sola enfermedad</vt:lpstr>
      <vt:lpstr>Puertas Cuánticas</vt:lpstr>
      <vt:lpstr>Presentación de PowerPoint</vt:lpstr>
      <vt:lpstr>Cuello de botella clásico</vt:lpstr>
      <vt:lpstr>Feature map: de datos a estados cuánticos</vt:lpstr>
      <vt:lpstr>Anatomía del VQC: el bucle híbrido </vt:lpstr>
      <vt:lpstr>DEMO 1</vt:lpstr>
      <vt:lpstr>DEMO 2</vt:lpstr>
      <vt:lpstr>La anemia a nivel electrónico</vt:lpstr>
      <vt:lpstr>De clasificar a simular: VQE en la molécula</vt:lpstr>
      <vt:lpstr>Demo 3. VQE y ΔE</vt:lpstr>
      <vt:lpstr>Presentación de PowerPoint</vt:lpstr>
      <vt:lpstr>Demo 4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 Qubits a Moléculas: QML y simulación cuántica aplicadas a la anemia</dc:title>
  <cp:lastModifiedBy>GAMZEESCRIPT</cp:lastModifiedBy>
  <cp:revision>1</cp:revision>
  <dcterms:modified xsi:type="dcterms:W3CDTF">2026-10-27T20:14:18Z</dcterms:modified>
</cp:coreProperties>
</file>